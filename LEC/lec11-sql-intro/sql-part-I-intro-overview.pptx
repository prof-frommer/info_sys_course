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7" r:id="rId2"/>
    <p:sldId id="258" r:id="rId3"/>
    <p:sldId id="260" r:id="rId4"/>
    <p:sldId id="261" r:id="rId5"/>
    <p:sldId id="262" r:id="rId6"/>
    <p:sldId id="259" r:id="rId7"/>
    <p:sldId id="305" r:id="rId8"/>
    <p:sldId id="306" r:id="rId9"/>
    <p:sldId id="310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69" r:id="rId19"/>
    <p:sldId id="277" r:id="rId20"/>
    <p:sldId id="273" r:id="rId21"/>
    <p:sldId id="274" r:id="rId22"/>
    <p:sldId id="275" r:id="rId23"/>
    <p:sldId id="278" r:id="rId24"/>
    <p:sldId id="304" r:id="rId25"/>
    <p:sldId id="308" r:id="rId26"/>
    <p:sldId id="309" r:id="rId27"/>
    <p:sldId id="279" r:id="rId28"/>
    <p:sldId id="290" r:id="rId29"/>
    <p:sldId id="289" r:id="rId30"/>
    <p:sldId id="291" r:id="rId31"/>
    <p:sldId id="27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0379A-1940-448D-861F-8CC50443A575}" v="203" dt="2026-09-29T14:44:14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51" autoAdjust="0"/>
  </p:normalViewPr>
  <p:slideViewPr>
    <p:cSldViewPr snapToGrid="0" snapToObjects="1">
      <p:cViewPr varScale="1">
        <p:scale>
          <a:sx n="91" d="100"/>
          <a:sy n="91" d="100"/>
        </p:scale>
        <p:origin x="162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undo custSel addSld delSld modSld sldOrd">
      <pc:chgData name="Frommer, Ian Dr. (EDU)" userId="28ca3ff0-544f-450a-928b-99e19cf49b89" providerId="ADAL" clId="{A3E8E5B1-0D91-4643-B70B-3D065C8674E0}" dt="2026-09-29T14:44:14.516" v="720"/>
      <pc:docMkLst>
        <pc:docMk/>
      </pc:docMkLst>
      <pc:sldChg chg="modSp mod">
        <pc:chgData name="Frommer, Ian Dr. (EDU)" userId="28ca3ff0-544f-450a-928b-99e19cf49b89" providerId="ADAL" clId="{A3E8E5B1-0D91-4643-B70B-3D065C8674E0}" dt="2026-09-29T12:30:49.241" v="0" actId="6549"/>
        <pc:sldMkLst>
          <pc:docMk/>
          <pc:sldMk cId="2475985088" sldId="257"/>
        </pc:sldMkLst>
        <pc:spChg chg="mod">
          <ac:chgData name="Frommer, Ian Dr. (EDU)" userId="28ca3ff0-544f-450a-928b-99e19cf49b89" providerId="ADAL" clId="{A3E8E5B1-0D91-4643-B70B-3D065C8674E0}" dt="2026-09-29T12:30:49.241" v="0" actId="6549"/>
          <ac:spMkLst>
            <pc:docMk/>
            <pc:sldMk cId="2475985088" sldId="257"/>
            <ac:spMk id="262146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9-29T13:02:39.632" v="259" actId="20577"/>
        <pc:sldMkLst>
          <pc:docMk/>
          <pc:sldMk cId="2322394558" sldId="258"/>
        </pc:sldMkLst>
        <pc:spChg chg="mod">
          <ac:chgData name="Frommer, Ian Dr. (EDU)" userId="28ca3ff0-544f-450a-928b-99e19cf49b89" providerId="ADAL" clId="{A3E8E5B1-0D91-4643-B70B-3D065C8674E0}" dt="2026-09-29T13:02:39.632" v="259" actId="20577"/>
          <ac:spMkLst>
            <pc:docMk/>
            <pc:sldMk cId="2322394558" sldId="258"/>
            <ac:spMk id="3" creationId="{A38A2327-355E-4877-B343-477F1DC3D3C4}"/>
          </ac:spMkLst>
        </pc:spChg>
      </pc:sldChg>
      <pc:sldChg chg="modNotesTx">
        <pc:chgData name="Frommer, Ian Dr. (EDU)" userId="28ca3ff0-544f-450a-928b-99e19cf49b89" providerId="ADAL" clId="{A3E8E5B1-0D91-4643-B70B-3D065C8674E0}" dt="2026-09-29T12:48:55.103" v="24" actId="6549"/>
        <pc:sldMkLst>
          <pc:docMk/>
          <pc:sldMk cId="2742890439" sldId="259"/>
        </pc:sldMkLst>
      </pc:sldChg>
      <pc:sldChg chg="addSp delSp modSp mod modNotesTx">
        <pc:chgData name="Frommer, Ian Dr. (EDU)" userId="28ca3ff0-544f-450a-928b-99e19cf49b89" providerId="ADAL" clId="{A3E8E5B1-0D91-4643-B70B-3D065C8674E0}" dt="2026-09-29T13:02:49.270" v="262" actId="6549"/>
        <pc:sldMkLst>
          <pc:docMk/>
          <pc:sldMk cId="673978215" sldId="260"/>
        </pc:sldMkLst>
        <pc:spChg chg="add mod">
          <ac:chgData name="Frommer, Ian Dr. (EDU)" userId="28ca3ff0-544f-450a-928b-99e19cf49b89" providerId="ADAL" clId="{A3E8E5B1-0D91-4643-B70B-3D065C8674E0}" dt="2026-09-29T13:02:49.270" v="262" actId="6549"/>
          <ac:spMkLst>
            <pc:docMk/>
            <pc:sldMk cId="673978215" sldId="260"/>
            <ac:spMk id="5" creationId="{535C58DA-49FD-68E0-8636-11BF76B2CDC4}"/>
          </ac:spMkLst>
        </pc:spChg>
        <pc:picChg chg="del">
          <ac:chgData name="Frommer, Ian Dr. (EDU)" userId="28ca3ff0-544f-450a-928b-99e19cf49b89" providerId="ADAL" clId="{A3E8E5B1-0D91-4643-B70B-3D065C8674E0}" dt="2026-09-29T12:56:15.755" v="39" actId="478"/>
          <ac:picMkLst>
            <pc:docMk/>
            <pc:sldMk cId="673978215" sldId="260"/>
            <ac:picMk id="6" creationId="{00000000-0000-0000-0000-000000000000}"/>
          </ac:picMkLst>
        </pc:picChg>
        <pc:picChg chg="add del">
          <ac:chgData name="Frommer, Ian Dr. (EDU)" userId="28ca3ff0-544f-450a-928b-99e19cf49b89" providerId="ADAL" clId="{A3E8E5B1-0D91-4643-B70B-3D065C8674E0}" dt="2026-09-29T12:56:16.835" v="41" actId="22"/>
          <ac:picMkLst>
            <pc:docMk/>
            <pc:sldMk cId="673978215" sldId="260"/>
            <ac:picMk id="8" creationId="{70C94119-FC6E-43AA-E8AC-1AC470B3B127}"/>
          </ac:picMkLst>
        </pc:picChg>
        <pc:picChg chg="add mod">
          <ac:chgData name="Frommer, Ian Dr. (EDU)" userId="28ca3ff0-544f-450a-928b-99e19cf49b89" providerId="ADAL" clId="{A3E8E5B1-0D91-4643-B70B-3D065C8674E0}" dt="2026-09-29T12:57:10.076" v="47" actId="1076"/>
          <ac:picMkLst>
            <pc:docMk/>
            <pc:sldMk cId="673978215" sldId="260"/>
            <ac:picMk id="10" creationId="{F8B53DF0-14BA-9A1D-2DC7-C7A0D146C8F6}"/>
          </ac:picMkLst>
        </pc:picChg>
      </pc:sldChg>
      <pc:sldChg chg="addSp delSp modSp mod modAnim">
        <pc:chgData name="Frommer, Ian Dr. (EDU)" userId="28ca3ff0-544f-450a-928b-99e19cf49b89" providerId="ADAL" clId="{A3E8E5B1-0D91-4643-B70B-3D065C8674E0}" dt="2026-09-29T13:25:38.881" v="379" actId="1076"/>
        <pc:sldMkLst>
          <pc:docMk/>
          <pc:sldMk cId="3107131744" sldId="261"/>
        </pc:sldMkLst>
        <pc:spChg chg="mod">
          <ac:chgData name="Frommer, Ian Dr. (EDU)" userId="28ca3ff0-544f-450a-928b-99e19cf49b89" providerId="ADAL" clId="{A3E8E5B1-0D91-4643-B70B-3D065C8674E0}" dt="2026-09-29T13:24:59.763" v="361" actId="1037"/>
          <ac:spMkLst>
            <pc:docMk/>
            <pc:sldMk cId="3107131744" sldId="261"/>
            <ac:spMk id="2" creationId="{00000000-0000-0000-0000-000000000000}"/>
          </ac:spMkLst>
        </pc:spChg>
        <pc:spChg chg="mod">
          <ac:chgData name="Frommer, Ian Dr. (EDU)" userId="28ca3ff0-544f-450a-928b-99e19cf49b89" providerId="ADAL" clId="{A3E8E5B1-0D91-4643-B70B-3D065C8674E0}" dt="2026-09-29T13:24:59.763" v="361" actId="1037"/>
          <ac:spMkLst>
            <pc:docMk/>
            <pc:sldMk cId="3107131744" sldId="261"/>
            <ac:spMk id="4" creationId="{00000000-0000-0000-0000-000000000000}"/>
          </ac:spMkLst>
        </pc:spChg>
        <pc:spChg chg="mod">
          <ac:chgData name="Frommer, Ian Dr. (EDU)" userId="28ca3ff0-544f-450a-928b-99e19cf49b89" providerId="ADAL" clId="{A3E8E5B1-0D91-4643-B70B-3D065C8674E0}" dt="2026-09-29T13:25:34.524" v="378" actId="1038"/>
          <ac:spMkLst>
            <pc:docMk/>
            <pc:sldMk cId="3107131744" sldId="261"/>
            <ac:spMk id="8" creationId="{00000000-0000-0000-0000-000000000000}"/>
          </ac:spMkLst>
        </pc:spChg>
        <pc:picChg chg="add mod ord">
          <ac:chgData name="Frommer, Ian Dr. (EDU)" userId="28ca3ff0-544f-450a-928b-99e19cf49b89" providerId="ADAL" clId="{A3E8E5B1-0D91-4643-B70B-3D065C8674E0}" dt="2026-09-29T13:25:28.751" v="367" actId="1076"/>
          <ac:picMkLst>
            <pc:docMk/>
            <pc:sldMk cId="3107131744" sldId="261"/>
            <ac:picMk id="5" creationId="{F0641346-5826-2D63-08B4-8AEFB46A42DE}"/>
          </ac:picMkLst>
        </pc:picChg>
        <pc:picChg chg="del">
          <ac:chgData name="Frommer, Ian Dr. (EDU)" userId="28ca3ff0-544f-450a-928b-99e19cf49b89" providerId="ADAL" clId="{A3E8E5B1-0D91-4643-B70B-3D065C8674E0}" dt="2026-09-29T12:59:03.989" v="143" actId="478"/>
          <ac:picMkLst>
            <pc:docMk/>
            <pc:sldMk cId="3107131744" sldId="261"/>
            <ac:picMk id="7" creationId="{00000000-0000-0000-0000-000000000000}"/>
          </ac:picMkLst>
        </pc:picChg>
        <pc:cxnChg chg="mod">
          <ac:chgData name="Frommer, Ian Dr. (EDU)" userId="28ca3ff0-544f-450a-928b-99e19cf49b89" providerId="ADAL" clId="{A3E8E5B1-0D91-4643-B70B-3D065C8674E0}" dt="2026-09-29T13:25:38.881" v="379" actId="1076"/>
          <ac:cxnSpMkLst>
            <pc:docMk/>
            <pc:sldMk cId="3107131744" sldId="261"/>
            <ac:cxnSpMk id="12" creationId="{00000000-0000-0000-0000-000000000000}"/>
          </ac:cxnSpMkLst>
        </pc:cxnChg>
      </pc:sldChg>
      <pc:sldChg chg="addSp delSp modSp mod modAnim modNotesTx">
        <pc:chgData name="Frommer, Ian Dr. (EDU)" userId="28ca3ff0-544f-450a-928b-99e19cf49b89" providerId="ADAL" clId="{A3E8E5B1-0D91-4643-B70B-3D065C8674E0}" dt="2026-09-29T13:04:44.599" v="303" actId="27636"/>
        <pc:sldMkLst>
          <pc:docMk/>
          <pc:sldMk cId="4025717961" sldId="262"/>
        </pc:sldMkLst>
        <pc:spChg chg="add mod">
          <ac:chgData name="Frommer, Ian Dr. (EDU)" userId="28ca3ff0-544f-450a-928b-99e19cf49b89" providerId="ADAL" clId="{A3E8E5B1-0D91-4643-B70B-3D065C8674E0}" dt="2026-09-29T13:04:44.599" v="303" actId="27636"/>
          <ac:spMkLst>
            <pc:docMk/>
            <pc:sldMk cId="4025717961" sldId="262"/>
            <ac:spMk id="6" creationId="{2E63761E-02C6-D1B5-4E16-6BDA0DFBD409}"/>
          </ac:spMkLst>
        </pc:spChg>
        <pc:spChg chg="add mod">
          <ac:chgData name="Frommer, Ian Dr. (EDU)" userId="28ca3ff0-544f-450a-928b-99e19cf49b89" providerId="ADAL" clId="{A3E8E5B1-0D91-4643-B70B-3D065C8674E0}" dt="2026-09-29T13:04:40.768" v="301" actId="1035"/>
          <ac:spMkLst>
            <pc:docMk/>
            <pc:sldMk cId="4025717961" sldId="262"/>
            <ac:spMk id="9" creationId="{BC0E83EC-2700-CB3E-A5BE-D6B2627E6BB1}"/>
          </ac:spMkLst>
        </pc:spChg>
        <pc:picChg chg="del">
          <ac:chgData name="Frommer, Ian Dr. (EDU)" userId="28ca3ff0-544f-450a-928b-99e19cf49b89" providerId="ADAL" clId="{A3E8E5B1-0D91-4643-B70B-3D065C8674E0}" dt="2026-09-29T13:03:21.183" v="263" actId="478"/>
          <ac:picMkLst>
            <pc:docMk/>
            <pc:sldMk cId="4025717961" sldId="262"/>
            <ac:picMk id="5" creationId="{00000000-0000-0000-0000-000000000000}"/>
          </ac:picMkLst>
        </pc:picChg>
        <pc:picChg chg="add mod">
          <ac:chgData name="Frommer, Ian Dr. (EDU)" userId="28ca3ff0-544f-450a-928b-99e19cf49b89" providerId="ADAL" clId="{A3E8E5B1-0D91-4643-B70B-3D065C8674E0}" dt="2026-09-29T13:04:40.768" v="301" actId="1035"/>
          <ac:picMkLst>
            <pc:docMk/>
            <pc:sldMk cId="4025717961" sldId="262"/>
            <ac:picMk id="8" creationId="{F807AEE8-8AA7-30BA-F688-89240BA4D69F}"/>
          </ac:picMkLst>
        </pc:picChg>
      </pc:sldChg>
      <pc:sldChg chg="modNotesTx">
        <pc:chgData name="Frommer, Ian Dr. (EDU)" userId="28ca3ff0-544f-450a-928b-99e19cf49b89" providerId="ADAL" clId="{A3E8E5B1-0D91-4643-B70B-3D065C8674E0}" dt="2026-09-29T13:33:37.879" v="389" actId="20577"/>
        <pc:sldMkLst>
          <pc:docMk/>
          <pc:sldMk cId="1076341455" sldId="264"/>
        </pc:sldMkLst>
      </pc:sldChg>
      <pc:sldChg chg="modNotesTx">
        <pc:chgData name="Frommer, Ian Dr. (EDU)" userId="28ca3ff0-544f-450a-928b-99e19cf49b89" providerId="ADAL" clId="{A3E8E5B1-0D91-4643-B70B-3D065C8674E0}" dt="2026-09-29T13:33:19.525" v="388" actId="113"/>
        <pc:sldMkLst>
          <pc:docMk/>
          <pc:sldMk cId="2034018666" sldId="265"/>
        </pc:sldMkLst>
      </pc:sldChg>
      <pc:sldChg chg="modSp mod">
        <pc:chgData name="Frommer, Ian Dr. (EDU)" userId="28ca3ff0-544f-450a-928b-99e19cf49b89" providerId="ADAL" clId="{A3E8E5B1-0D91-4643-B70B-3D065C8674E0}" dt="2026-09-29T13:35:24.002" v="430" actId="20577"/>
        <pc:sldMkLst>
          <pc:docMk/>
          <pc:sldMk cId="1160199146" sldId="268"/>
        </pc:sldMkLst>
        <pc:spChg chg="mod">
          <ac:chgData name="Frommer, Ian Dr. (EDU)" userId="28ca3ff0-544f-450a-928b-99e19cf49b89" providerId="ADAL" clId="{A3E8E5B1-0D91-4643-B70B-3D065C8674E0}" dt="2026-09-29T13:35:24.002" v="430" actId="20577"/>
          <ac:spMkLst>
            <pc:docMk/>
            <pc:sldMk cId="1160199146" sldId="268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9-29T12:54:39.015" v="38"/>
        <pc:sldMkLst>
          <pc:docMk/>
          <pc:sldMk cId="2955373361" sldId="269"/>
        </pc:sldMkLst>
        <pc:spChg chg="mod">
          <ac:chgData name="Frommer, Ian Dr. (EDU)" userId="28ca3ff0-544f-450a-928b-99e19cf49b89" providerId="ADAL" clId="{A3E8E5B1-0D91-4643-B70B-3D065C8674E0}" dt="2026-09-29T12:54:39.015" v="38"/>
          <ac:spMkLst>
            <pc:docMk/>
            <pc:sldMk cId="2955373361" sldId="269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9-29T13:35:37.951" v="431" actId="113"/>
        <pc:sldMkLst>
          <pc:docMk/>
          <pc:sldMk cId="1458392936" sldId="270"/>
        </pc:sldMkLst>
        <pc:spChg chg="mod">
          <ac:chgData name="Frommer, Ian Dr. (EDU)" userId="28ca3ff0-544f-450a-928b-99e19cf49b89" providerId="ADAL" clId="{A3E8E5B1-0D91-4643-B70B-3D065C8674E0}" dt="2026-09-29T13:35:37.951" v="431" actId="113"/>
          <ac:spMkLst>
            <pc:docMk/>
            <pc:sldMk cId="1458392936" sldId="270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9-29T13:42:35.822" v="528" actId="6549"/>
        <pc:sldMkLst>
          <pc:docMk/>
          <pc:sldMk cId="3000354116" sldId="275"/>
        </pc:sldMkLst>
        <pc:spChg chg="mod">
          <ac:chgData name="Frommer, Ian Dr. (EDU)" userId="28ca3ff0-544f-450a-928b-99e19cf49b89" providerId="ADAL" clId="{A3E8E5B1-0D91-4643-B70B-3D065C8674E0}" dt="2026-09-29T13:42:35.822" v="528" actId="6549"/>
          <ac:spMkLst>
            <pc:docMk/>
            <pc:sldMk cId="3000354116" sldId="275"/>
            <ac:spMk id="3" creationId="{00000000-0000-0000-0000-000000000000}"/>
          </ac:spMkLst>
        </pc:spChg>
      </pc:sldChg>
      <pc:sldChg chg="modSp mod modAnim">
        <pc:chgData name="Frommer, Ian Dr. (EDU)" userId="28ca3ff0-544f-450a-928b-99e19cf49b89" providerId="ADAL" clId="{A3E8E5B1-0D91-4643-B70B-3D065C8674E0}" dt="2026-09-29T14:44:14.516" v="720"/>
        <pc:sldMkLst>
          <pc:docMk/>
          <pc:sldMk cId="3773179737" sldId="279"/>
        </pc:sldMkLst>
        <pc:spChg chg="mod">
          <ac:chgData name="Frommer, Ian Dr. (EDU)" userId="28ca3ff0-544f-450a-928b-99e19cf49b89" providerId="ADAL" clId="{A3E8E5B1-0D91-4643-B70B-3D065C8674E0}" dt="2026-09-29T13:56:29.144" v="719" actId="20577"/>
          <ac:spMkLst>
            <pc:docMk/>
            <pc:sldMk cId="3773179737" sldId="279"/>
            <ac:spMk id="3" creationId="{8A154D19-88FE-20DF-AACD-4D98F3942F7A}"/>
          </ac:spMkLst>
        </pc:spChg>
        <pc:picChg chg="mod">
          <ac:chgData name="Frommer, Ian Dr. (EDU)" userId="28ca3ff0-544f-450a-928b-99e19cf49b89" providerId="ADAL" clId="{A3E8E5B1-0D91-4643-B70B-3D065C8674E0}" dt="2026-09-29T13:55:36.444" v="713" actId="1076"/>
          <ac:picMkLst>
            <pc:docMk/>
            <pc:sldMk cId="3773179737" sldId="279"/>
            <ac:picMk id="7" creationId="{8C867332-CF61-46E1-E2F1-FFDFA9C839BE}"/>
          </ac:picMkLst>
        </pc:picChg>
      </pc:sldChg>
      <pc:sldChg chg="ord">
        <pc:chgData name="Frommer, Ian Dr. (EDU)" userId="28ca3ff0-544f-450a-928b-99e19cf49b89" providerId="ADAL" clId="{A3E8E5B1-0D91-4643-B70B-3D065C8674E0}" dt="2026-09-29T13:21:19.306" v="319"/>
        <pc:sldMkLst>
          <pc:docMk/>
          <pc:sldMk cId="387525039" sldId="306"/>
        </pc:sldMkLst>
      </pc:sldChg>
      <pc:sldChg chg="del">
        <pc:chgData name="Frommer, Ian Dr. (EDU)" userId="28ca3ff0-544f-450a-928b-99e19cf49b89" providerId="ADAL" clId="{A3E8E5B1-0D91-4643-B70B-3D065C8674E0}" dt="2026-09-29T13:20:38.363" v="317" actId="47"/>
        <pc:sldMkLst>
          <pc:docMk/>
          <pc:sldMk cId="2707364912" sldId="307"/>
        </pc:sldMkLst>
      </pc:sldChg>
      <pc:sldChg chg="addSp delSp modSp new mod">
        <pc:chgData name="Frommer, Ian Dr. (EDU)" userId="28ca3ff0-544f-450a-928b-99e19cf49b89" providerId="ADAL" clId="{A3E8E5B1-0D91-4643-B70B-3D065C8674E0}" dt="2026-09-29T13:24:21.700" v="322" actId="14100"/>
        <pc:sldMkLst>
          <pc:docMk/>
          <pc:sldMk cId="4014191961" sldId="310"/>
        </pc:sldMkLst>
        <pc:spChg chg="del">
          <ac:chgData name="Frommer, Ian Dr. (EDU)" userId="28ca3ff0-544f-450a-928b-99e19cf49b89" providerId="ADAL" clId="{A3E8E5B1-0D91-4643-B70B-3D065C8674E0}" dt="2026-09-29T13:07:19.653" v="311" actId="478"/>
          <ac:spMkLst>
            <pc:docMk/>
            <pc:sldMk cId="4014191961" sldId="310"/>
            <ac:spMk id="2" creationId="{8C851232-98BF-181E-EAF2-57C05EBC5165}"/>
          </ac:spMkLst>
        </pc:spChg>
        <pc:spChg chg="del">
          <ac:chgData name="Frommer, Ian Dr. (EDU)" userId="28ca3ff0-544f-450a-928b-99e19cf49b89" providerId="ADAL" clId="{A3E8E5B1-0D91-4643-B70B-3D065C8674E0}" dt="2026-09-29T13:07:19.653" v="311" actId="478"/>
          <ac:spMkLst>
            <pc:docMk/>
            <pc:sldMk cId="4014191961" sldId="310"/>
            <ac:spMk id="3" creationId="{16CDFB94-6B32-6176-BF7E-096C3601C32E}"/>
          </ac:spMkLst>
        </pc:spChg>
        <pc:spChg chg="add mod">
          <ac:chgData name="Frommer, Ian Dr. (EDU)" userId="28ca3ff0-544f-450a-928b-99e19cf49b89" providerId="ADAL" clId="{A3E8E5B1-0D91-4643-B70B-3D065C8674E0}" dt="2026-09-29T13:24:21.700" v="322" actId="14100"/>
          <ac:spMkLst>
            <pc:docMk/>
            <pc:sldMk cId="4014191961" sldId="310"/>
            <ac:spMk id="7" creationId="{84C7CEF8-3451-00A6-5EE5-CD3435C80217}"/>
          </ac:spMkLst>
        </pc:spChg>
        <pc:picChg chg="add mod">
          <ac:chgData name="Frommer, Ian Dr. (EDU)" userId="28ca3ff0-544f-450a-928b-99e19cf49b89" providerId="ADAL" clId="{A3E8E5B1-0D91-4643-B70B-3D065C8674E0}" dt="2026-09-29T13:22:40.211" v="320" actId="1076"/>
          <ac:picMkLst>
            <pc:docMk/>
            <pc:sldMk cId="4014191961" sldId="310"/>
            <ac:picMk id="5" creationId="{2DF6F8FA-F74A-31EB-F86B-7F0732C4332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5B7DB-71EF-414F-9229-2DF03268179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2D455-A579-48F9-B196-4AF92D311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49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E5F19-4F90-8B48-A21B-2B05369B7F3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7557B-27E6-714E-8DF7-07E79EF3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7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12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Refs: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93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customers-first name, customers-last name, customers-gender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8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</a:t>
            </a:r>
            <a:r>
              <a:rPr lang="en-US" baseline="0" dirty="0"/>
              <a:t> was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62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55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how SQL works can help you create better queries and can make it easier for you to understand how to fix a query that is not returning the results that you want.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Indeed.com lists of 20,000 that pay &gt;100K</a:t>
            </a:r>
            <a:r>
              <a:rPr lang="en-US" baseline="0" dirty="0"/>
              <a:t> a year that require knowing SQL – i.e. this is useful skill to have!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39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how SQL works can help you create better queries, and can make it easier for you to understand how to fix a query that is not returning the results that you want.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Indeed.com lists of 20,000 that pay &gt;100K</a:t>
            </a:r>
            <a:r>
              <a:rPr lang="en-US" baseline="0" dirty="0"/>
              <a:t> a year that require knowing SQL – i.e. this is useful skill to have!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0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Strings: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single quotes like 'Active'.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4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(table or column names)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Always use square brackets if they have spaces like [First Name].</a:t>
            </a:r>
          </a:p>
          <a:p>
            <a:pPr lvl="0"/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Strings: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single quotes like 'Active'.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7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2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67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39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05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48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01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[Last Name], [First Name]</a:t>
            </a:r>
          </a:p>
          <a:p>
            <a:r>
              <a:rPr lang="en-US" dirty="0"/>
              <a:t>FROM Employee</a:t>
            </a:r>
          </a:p>
          <a:p>
            <a:r>
              <a:rPr lang="en-US" dirty="0"/>
              <a:t>WHERE State = 'MD'</a:t>
            </a:r>
          </a:p>
          <a:p>
            <a:r>
              <a:rPr lang="en-US" dirty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29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8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55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[Employee ID], [Week #], Hours AS [Hours</a:t>
            </a:r>
            <a:r>
              <a:rPr lang="en-US" baseline="0" dirty="0"/>
              <a:t> Worked]</a:t>
            </a:r>
            <a:endParaRPr lang="en-US" dirty="0"/>
          </a:p>
          <a:p>
            <a:r>
              <a:rPr lang="en-US" dirty="0"/>
              <a:t>FROM [Hours Worked]</a:t>
            </a:r>
          </a:p>
          <a:p>
            <a:r>
              <a:rPr lang="en-US" dirty="0"/>
              <a:t>WHERE [Week #] = 2 AND Hours &gt; 40</a:t>
            </a:r>
          </a:p>
          <a:p>
            <a:r>
              <a:rPr lang="en-US" dirty="0"/>
              <a:t>ORDER BY Hours DESC;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48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https://support.office.com/en-us/article/sql-aggregate-functions-a810ee71-c1cd-43d7-9c55-8005f1893be5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540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Count(Hours) AS [Number of Overtime Weeks]</a:t>
            </a:r>
          </a:p>
          <a:p>
            <a:r>
              <a:rPr lang="en-US" dirty="0"/>
              <a:t>FROM [Hours Worked]</a:t>
            </a:r>
          </a:p>
          <a:p>
            <a:r>
              <a:rPr lang="en-US" dirty="0"/>
              <a:t>WHERE Hours &gt; 40;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102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432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Count(Hours)</a:t>
            </a:r>
          </a:p>
          <a:p>
            <a:r>
              <a:rPr lang="en-US" dirty="0"/>
              <a:t>FROM [Hours Worked]</a:t>
            </a:r>
          </a:p>
          <a:p>
            <a:r>
              <a:rPr lang="en-US" dirty="0"/>
              <a:t>WHERE Hours &gt;= 40;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102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87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88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[Employee ID], Sum(Hours) as [Employee </a:t>
            </a:r>
            <a:r>
              <a:rPr lang="en-US" dirty="0" err="1"/>
              <a:t>Hrs</a:t>
            </a:r>
            <a:r>
              <a:rPr lang="en-US"/>
              <a:t>]</a:t>
            </a:r>
            <a:endParaRPr lang="en-US" dirty="0"/>
          </a:p>
          <a:p>
            <a:r>
              <a:rPr lang="en-US" dirty="0"/>
              <a:t>FROM [Hours Worked]</a:t>
            </a:r>
          </a:p>
          <a:p>
            <a:r>
              <a:rPr lang="en-US" dirty="0"/>
              <a:t>GROUP BY [Employee ID]</a:t>
            </a:r>
          </a:p>
          <a:p>
            <a:r>
              <a:rPr lang="en-US" dirty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90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63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4FEF-C2BA-405C-940A-0938B86B92B3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72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5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C-5880-40B2-BCE1-89D9874E17C0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73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163F-9706-41DA-BEEC-9D55578F1725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1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6E7A7-AA1E-4950-A61E-48C7D28E80B4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59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98C29-0FBE-4E3D-B015-97B59C0080D2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048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93D-B61E-4215-B242-BF4C72556C47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38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8419-802B-407E-8929-770ED3D66584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90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C94F-360B-4B6D-81AD-989F75F85BBF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63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E860-0FF2-422C-838C-1022CDDC119C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2230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9/29/2026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B01C-0DE6-4A7A-B272-9B00FB4447FB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334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 defTabSz="914400"/>
            <a:fld id="{201744FC-BD29-453B-8F5A-0A30F90FC68A}" type="datetimeFigureOut">
              <a:rPr lang="en-US" smtClean="0">
                <a:latin typeface="Arial"/>
              </a:rPr>
              <a:pPr defTabSz="914400"/>
              <a:t>9/29/2026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defTabSz="914400"/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 defTabSz="914400"/>
            <a:fld id="{A005A5E8-4213-488D-8019-D06882925F76}" type="slidenum">
              <a:rPr lang="en-US" smtClean="0">
                <a:latin typeface="Arial"/>
              </a:rPr>
              <a:pPr defTabSz="914400"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01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us/topic/93fb69b7-cfc1-4f3e-ab56-b0a01523bb50#ID0EBBD=SQL_synta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decademy.com/articles/sql-command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– Part I</a:t>
            </a:r>
            <a:br>
              <a:rPr lang="en-US" dirty="0"/>
            </a:b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FCE55A-AC77-3963-9430-C95F20DB82E5}"/>
              </a:ext>
            </a:extLst>
          </p:cNvPr>
          <p:cNvSpPr txBox="1"/>
          <p:nvPr/>
        </p:nvSpPr>
        <p:spPr>
          <a:xfrm>
            <a:off x="875763" y="4069724"/>
            <a:ext cx="471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Introduction and Overview</a:t>
            </a:r>
          </a:p>
        </p:txBody>
      </p:sp>
    </p:spTree>
    <p:extLst>
      <p:ext uri="{BB962C8B-B14F-4D97-AF65-F5344CB8AC3E}">
        <p14:creationId xmlns:p14="http://schemas.microsoft.com/office/powerpoint/2010/main" val="247598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D1DC-E4E8-4B04-BB9C-3B389DEA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Today: Introduction to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2327-355E-4877-B343-477F1DC3D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99302"/>
            <a:ext cx="8458200" cy="4361467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dirty="0"/>
              <a:t>Overview and basics of SQL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ClrTx/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dirty="0"/>
              <a:t>Hands-on practice:  </a:t>
            </a:r>
          </a:p>
          <a:p>
            <a:pPr marL="274320" lvl="1" indent="0">
              <a:lnSpc>
                <a:spcPct val="120000"/>
              </a:lnSpc>
              <a:spcBef>
                <a:spcPts val="0"/>
              </a:spcBef>
              <a:buClrTx/>
              <a:buNone/>
            </a:pPr>
            <a:r>
              <a:rPr lang="en-US" dirty="0"/>
              <a:t> Write SQL statements when “You Try” slides appear for the database   </a:t>
            </a:r>
          </a:p>
          <a:p>
            <a:pPr marL="274320" lvl="1" indent="0">
              <a:lnSpc>
                <a:spcPct val="120000"/>
              </a:lnSpc>
              <a:spcBef>
                <a:spcPts val="0"/>
              </a:spcBef>
              <a:buClrTx/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Employee.accdb </a:t>
            </a:r>
            <a:r>
              <a:rPr lang="en-US" dirty="0"/>
              <a:t>available in the course repo.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u="sng" dirty="0"/>
              <a:t>See also these references</a:t>
            </a:r>
            <a:r>
              <a:rPr lang="en-US" sz="1600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 dirty="0">
                <a:hlinkClick r:id="rId3"/>
              </a:rPr>
              <a:t>https://support.microsoft.com/en-us/topic/93fb69b7-cfc1-4f3e-ab56-b0a01523bb50#ID0EBBD=SQL_syntax</a:t>
            </a:r>
            <a:endParaRPr lang="en-US" sz="12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200" dirty="0">
                <a:hlinkClick r:id="rId4"/>
              </a:rPr>
              <a:t>https://www.codecademy.com/articles/sql-commands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endParaRPr lang="en-US" sz="1600" dirty="0"/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3AF10-240F-4482-BFB1-534A2684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394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-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3</a:t>
            </a:fld>
            <a:endParaRPr lang="en-US">
              <a:latin typeface="Arial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5C58DA-49FD-68E0-8636-11BF76B2C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377381" cy="4876800"/>
          </a:xfrm>
        </p:spPr>
        <p:txBody>
          <a:bodyPr/>
          <a:lstStyle/>
          <a:p>
            <a:r>
              <a:rPr lang="en-US" dirty="0"/>
              <a:t>Recall: in Access we were able to run queries like this</a:t>
            </a:r>
          </a:p>
          <a:p>
            <a:endParaRPr lang="en-US" dirty="0"/>
          </a:p>
          <a:p>
            <a:r>
              <a:rPr lang="en-US" dirty="0"/>
              <a:t>What did it return?</a:t>
            </a:r>
          </a:p>
          <a:p>
            <a:endParaRPr lang="en-US" dirty="0"/>
          </a:p>
          <a:p>
            <a:r>
              <a:rPr lang="en-US" dirty="0"/>
              <a:t>What are the entity/field pairs?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B53DF0-14BA-9A1D-2DC7-C7A0D146C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902" y="1709928"/>
            <a:ext cx="4563112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7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641346-5826-2D63-08B4-8AEFB46A4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829" y="1436592"/>
            <a:ext cx="5838341" cy="46203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225" y="189271"/>
            <a:ext cx="8229600" cy="990600"/>
          </a:xfrm>
        </p:spPr>
        <p:txBody>
          <a:bodyPr/>
          <a:lstStyle/>
          <a:p>
            <a:r>
              <a:rPr lang="en-US" dirty="0"/>
              <a:t>Access -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384025" y="-325841"/>
            <a:ext cx="1066800" cy="329184"/>
          </a:xfrm>
        </p:spPr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4</a:t>
            </a:fld>
            <a:endParaRPr lang="en-US">
              <a:latin typeface="Arial"/>
            </a:endParaRPr>
          </a:p>
        </p:txBody>
      </p:sp>
      <p:sp>
        <p:nvSpPr>
          <p:cNvPr id="8" name="Oval 7"/>
          <p:cNvSpPr/>
          <p:nvPr/>
        </p:nvSpPr>
        <p:spPr>
          <a:xfrm>
            <a:off x="1574173" y="1828800"/>
            <a:ext cx="689489" cy="78080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1090519" y="3153406"/>
            <a:ext cx="755992" cy="6400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13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-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5</a:t>
            </a:fld>
            <a:endParaRPr lang="en-US">
              <a:latin typeface="Arial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3761E-02C6-D1B5-4E16-6BDA0DFB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12542"/>
            <a:ext cx="8229600" cy="76445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Access was giving us a tool to build SQL statements in the background, without needing to know SQL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07AEE8-8AA7-30BA-F688-89240BA4D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63" y="1515493"/>
            <a:ext cx="6717706" cy="38774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0E83EC-2700-CB3E-A5BE-D6B2627E6BB1}"/>
              </a:ext>
            </a:extLst>
          </p:cNvPr>
          <p:cNvSpPr/>
          <p:nvPr/>
        </p:nvSpPr>
        <p:spPr>
          <a:xfrm>
            <a:off x="4572000" y="3038166"/>
            <a:ext cx="2664542" cy="18189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1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D1DC-E4E8-4B04-BB9C-3B389DEA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2327-355E-4877-B343-477F1DC3D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8458200" cy="514725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SQL = Structured Query Language</a:t>
            </a:r>
          </a:p>
          <a:p>
            <a:r>
              <a:rPr lang="en-US" dirty="0"/>
              <a:t>Developed at IBM by Donald Chamberlin and Raymond Boyce in the 1970s</a:t>
            </a:r>
          </a:p>
          <a:p>
            <a:r>
              <a:rPr lang="en-US" dirty="0"/>
              <a:t>Used to retrieve data from a relational databases (like Access)</a:t>
            </a:r>
          </a:p>
          <a:p>
            <a:r>
              <a:rPr lang="en-US" dirty="0"/>
              <a:t>SQL and the many of associated database systems originating in the 1970s are </a:t>
            </a:r>
            <a:r>
              <a:rPr lang="en-US" b="1" dirty="0"/>
              <a:t>still in use today </a:t>
            </a:r>
            <a:r>
              <a:rPr lang="en-US" dirty="0"/>
              <a:t>-&gt; longevity of use another reason for SQL’s importance and ubiquity</a:t>
            </a:r>
          </a:p>
          <a:p>
            <a:r>
              <a:rPr lang="en-US" dirty="0"/>
              <a:t>If Access will build these statements, why learn SQL?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SQL is not unique</a:t>
            </a:r>
            <a:r>
              <a:rPr lang="en-US" sz="2400" baseline="0" dirty="0"/>
              <a:t> to Access – useful for any relational database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Can help you write better queries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3AF10-240F-4482-BFB1-534A2684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6</a:t>
            </a:fld>
            <a:endParaRPr lang="en-US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88677-02EC-A572-DE7A-A03206747F9C}"/>
              </a:ext>
            </a:extLst>
          </p:cNvPr>
          <p:cNvSpPr txBox="1"/>
          <p:nvPr/>
        </p:nvSpPr>
        <p:spPr>
          <a:xfrm>
            <a:off x="5994400" y="798036"/>
            <a:ext cx="2977097" cy="73866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FROM Contacts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‘Mary’;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89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D1DC-E4E8-4B04-BB9C-3B389DEA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– Use in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2327-355E-4877-B343-477F1DC3D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8458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SQL is a highly sought-after skill according to job postings for data scientists</a:t>
            </a:r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3AF10-240F-4482-BFB1-534A2684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218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36764-0629-9651-664B-0A70021E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8</a:t>
            </a:fld>
            <a:endParaRPr lang="en-US"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4E1452-E33B-89C3-82C6-66D416E31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" y="1845534"/>
            <a:ext cx="8922369" cy="4179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734672-457E-03EB-F62D-064E0030EB2B}"/>
              </a:ext>
            </a:extLst>
          </p:cNvPr>
          <p:cNvSpPr txBox="1"/>
          <p:nvPr/>
        </p:nvSpPr>
        <p:spPr>
          <a:xfrm>
            <a:off x="341290" y="6270862"/>
            <a:ext cx="8442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https://towardsdatascience.com/the-most-in-demand-skills-for-data-scientists-in-2021-4b2a808f4005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51804A-F339-6C62-9C6A-BE50D32C2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08" y="119394"/>
            <a:ext cx="6478074" cy="200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B6B3A-00D1-8091-CF55-A3FFA7CA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9</a:t>
            </a:fld>
            <a:endParaRPr lang="en-US"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6F8FA-F74A-31EB-F86B-7F0732C43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65" y="387456"/>
            <a:ext cx="6153765" cy="61537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C7CEF8-3451-00A6-5EE5-CD3435C80217}"/>
              </a:ext>
            </a:extLst>
          </p:cNvPr>
          <p:cNvSpPr txBox="1"/>
          <p:nvPr/>
        </p:nvSpPr>
        <p:spPr>
          <a:xfrm>
            <a:off x="6400800" y="4660490"/>
            <a:ext cx="243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https://dataspace.com/data-job-seekers/2023-top-data-science-skills/</a:t>
            </a:r>
          </a:p>
        </p:txBody>
      </p:sp>
    </p:spTree>
    <p:extLst>
      <p:ext uri="{BB962C8B-B14F-4D97-AF65-F5344CB8AC3E}">
        <p14:creationId xmlns:p14="http://schemas.microsoft.com/office/powerpoint/2010/main" val="4014191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SELECT, FROM, WHERE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SQL statement takes the general form: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field_1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table_1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criterion_1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;</a:t>
            </a:r>
          </a:p>
          <a:p>
            <a:pPr marL="0" indent="0">
              <a:buNone/>
            </a:pPr>
            <a:r>
              <a:rPr lang="en-US" dirty="0"/>
              <a:t>Note:</a:t>
            </a:r>
            <a:br>
              <a:rPr lang="en-US" dirty="0"/>
            </a:br>
            <a:r>
              <a:rPr lang="en-US" dirty="0"/>
              <a:t>- Line breaks are not required but improve readability</a:t>
            </a:r>
          </a:p>
          <a:p>
            <a:pPr marL="0" indent="0">
              <a:buNone/>
            </a:pPr>
            <a:r>
              <a:rPr lang="en-US" dirty="0"/>
              <a:t>- Every SELECT statement ends with a semi-colon (;)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CF3CE-23E0-B3F4-7D1B-C072082E6087}"/>
              </a:ext>
            </a:extLst>
          </p:cNvPr>
          <p:cNvSpPr txBox="1"/>
          <p:nvPr/>
        </p:nvSpPr>
        <p:spPr>
          <a:xfrm>
            <a:off x="2133600" y="535287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 Ex of basic SQL statement: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Contacts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‘Mary’;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41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SELECT, FROM, WHERE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example SQL statement reads:</a:t>
            </a:r>
          </a:p>
          <a:p>
            <a:pPr marL="0" indent="0">
              <a:buNone/>
            </a:pPr>
            <a:r>
              <a:rPr lang="en-US" dirty="0"/>
              <a:t> "</a:t>
            </a:r>
            <a:r>
              <a:rPr lang="en-US" b="1" dirty="0"/>
              <a:t>Select</a:t>
            </a:r>
            <a:r>
              <a:rPr lang="en-US" dirty="0"/>
              <a:t> the data that is stored in the </a:t>
            </a:r>
            <a:r>
              <a:rPr lang="en-US" u="sng" dirty="0"/>
              <a:t>fields</a:t>
            </a:r>
            <a:r>
              <a:rPr lang="en-US" dirty="0"/>
              <a:t> named E-mail  </a:t>
            </a:r>
          </a:p>
          <a:p>
            <a:pPr marL="0" indent="0">
              <a:buNone/>
            </a:pPr>
            <a:r>
              <a:rPr lang="en-US" dirty="0"/>
              <a:t>  Address and Company,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from</a:t>
            </a:r>
            <a:r>
              <a:rPr lang="en-US" dirty="0"/>
              <a:t> the </a:t>
            </a:r>
            <a:r>
              <a:rPr lang="en-US" u="sng" dirty="0"/>
              <a:t>table</a:t>
            </a:r>
            <a:r>
              <a:rPr lang="en-US" dirty="0"/>
              <a:t> named Contacts, </a:t>
            </a:r>
          </a:p>
          <a:p>
            <a:pPr marL="0" indent="0">
              <a:buNone/>
            </a:pPr>
            <a:r>
              <a:rPr lang="en-US" dirty="0"/>
              <a:t>  specifically those </a:t>
            </a:r>
            <a:r>
              <a:rPr lang="en-US" b="1" dirty="0"/>
              <a:t>records in which</a:t>
            </a:r>
            <a:r>
              <a:rPr lang="en-US" dirty="0"/>
              <a:t> the </a:t>
            </a:r>
            <a:r>
              <a:rPr lang="en-US" u="sng" dirty="0"/>
              <a:t>value</a:t>
            </a:r>
            <a:r>
              <a:rPr lang="en-US" dirty="0"/>
              <a:t> of the field </a:t>
            </a:r>
          </a:p>
          <a:p>
            <a:pPr marL="0" indent="0">
              <a:buNone/>
            </a:pPr>
            <a:r>
              <a:rPr lang="en-US" dirty="0"/>
              <a:t>  City is Seattle."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11</a:t>
            </a:fld>
            <a:endParaRPr lang="en-US">
              <a:latin typeface="Arial"/>
            </a:endParaRPr>
          </a:p>
        </p:txBody>
      </p:sp>
      <p:pic>
        <p:nvPicPr>
          <p:cNvPr id="4098" name="Picture 2" descr="SQL object tab showing a SELECT statemen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7"/>
          <a:stretch/>
        </p:blipFill>
        <p:spPr bwMode="auto">
          <a:xfrm>
            <a:off x="2488129" y="1709928"/>
            <a:ext cx="4167741" cy="213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018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SELECT, FROM, WHERE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SELECT clause:  </a:t>
            </a:r>
          </a:p>
          <a:p>
            <a:pPr lvl="1"/>
            <a:r>
              <a:rPr lang="en-US" dirty="0"/>
              <a:t>consists of an operator (SELECT)</a:t>
            </a:r>
          </a:p>
          <a:p>
            <a:pPr lvl="1"/>
            <a:r>
              <a:rPr lang="en-US" dirty="0"/>
              <a:t>followed by 1 or more identifiers (fields) --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[E-mail Address] and Company in this example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Note</a:t>
            </a:r>
            <a:r>
              <a:rPr lang="en-US" dirty="0"/>
              <a:t>: If an identifier contains spaces or special characters (such as "E-mail Address"), it must be enclosed in square brackets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12</a:t>
            </a:fld>
            <a:endParaRPr lang="en-US">
              <a:latin typeface="Arial"/>
            </a:endParaRPr>
          </a:p>
        </p:txBody>
      </p:sp>
      <p:pic>
        <p:nvPicPr>
          <p:cNvPr id="4098" name="Picture 2" descr="SQL object tab showing a SELECT stat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944" y="1709928"/>
            <a:ext cx="4176395" cy="188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661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SELECT, FROM, WHERE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arenR" startAt="2"/>
            </a:pPr>
            <a:r>
              <a:rPr lang="en-US" dirty="0"/>
              <a:t>FROM clause:  </a:t>
            </a:r>
          </a:p>
          <a:p>
            <a:pPr lvl="1"/>
            <a:r>
              <a:rPr lang="en-US" dirty="0"/>
              <a:t>consists of an operator (FROM) </a:t>
            </a:r>
          </a:p>
          <a:p>
            <a:pPr lvl="1"/>
            <a:r>
              <a:rPr lang="en-US" dirty="0"/>
              <a:t>followed by an identifier (table) –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Contacts in this example</a:t>
            </a:r>
          </a:p>
          <a:p>
            <a:pPr marL="457200" indent="-457200">
              <a:buAutoNum type="arabicParenR" startAt="2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  <p:pic>
        <p:nvPicPr>
          <p:cNvPr id="4098" name="Picture 2" descr="SQL object tab showing a SELECT stat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944" y="1709928"/>
            <a:ext cx="4176395" cy="188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291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SELECT, FROM, WHERE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arenR" startAt="3"/>
            </a:pPr>
            <a:r>
              <a:rPr lang="en-US" dirty="0"/>
              <a:t>WHERE clause:  </a:t>
            </a:r>
          </a:p>
          <a:p>
            <a:pPr lvl="1"/>
            <a:r>
              <a:rPr lang="en-US" dirty="0"/>
              <a:t>consists of an operator (WHERE) </a:t>
            </a:r>
          </a:p>
          <a:p>
            <a:pPr lvl="1"/>
            <a:r>
              <a:rPr lang="en-US" dirty="0"/>
              <a:t>followed by an expression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City="Seattle“ in this example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provides a criterion for the query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 a WHERE clause is not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14</a:t>
            </a:fld>
            <a:endParaRPr lang="en-US">
              <a:latin typeface="Arial"/>
            </a:endParaRPr>
          </a:p>
        </p:txBody>
      </p:sp>
      <p:pic>
        <p:nvPicPr>
          <p:cNvPr id="4098" name="Picture 2" descr="SQL object tab showing a SELECT stat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944" y="1709928"/>
            <a:ext cx="4176395" cy="188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199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Fields with spaces require square brackets:</a:t>
            </a:r>
          </a:p>
          <a:p>
            <a:pPr marL="0" indent="0">
              <a:buNone/>
            </a:pPr>
            <a:r>
              <a:rPr lang="en-US" dirty="0"/>
              <a:t>	SELECT [Phone Number]</a:t>
            </a:r>
          </a:p>
          <a:p>
            <a:r>
              <a:rPr lang="en-US" dirty="0"/>
              <a:t>Multiple fields are separated with commas</a:t>
            </a:r>
          </a:p>
          <a:p>
            <a:pPr marL="0" indent="0">
              <a:buNone/>
            </a:pPr>
            <a:r>
              <a:rPr lang="en-US" dirty="0"/>
              <a:t>	SELECT Name, Number</a:t>
            </a:r>
          </a:p>
          <a:p>
            <a:r>
              <a:rPr lang="en-US" dirty="0"/>
              <a:t>All fields can be selected using an asterisk</a:t>
            </a:r>
          </a:p>
          <a:p>
            <a:pPr marL="0" indent="0">
              <a:buNone/>
            </a:pPr>
            <a:r>
              <a:rPr lang="en-US" dirty="0"/>
              <a:t>	SELECT *</a:t>
            </a:r>
          </a:p>
          <a:p>
            <a:r>
              <a:rPr lang="en-US" dirty="0"/>
              <a:t>You can change how a field name appears in the query result by using the </a:t>
            </a:r>
            <a:r>
              <a:rPr lang="en-US" b="1" dirty="0"/>
              <a:t>AS</a:t>
            </a:r>
            <a:r>
              <a:rPr lang="en-US" dirty="0"/>
              <a:t> statement</a:t>
            </a:r>
          </a:p>
          <a:p>
            <a:pPr marL="0" indent="0">
              <a:buNone/>
            </a:pPr>
            <a:r>
              <a:rPr lang="en-US" dirty="0"/>
              <a:t>	SELECT [Phone Number] AS [Contact #]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8392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Tables with spaces require square brackets:</a:t>
            </a:r>
          </a:p>
          <a:p>
            <a:pPr marL="0" indent="0">
              <a:buNone/>
            </a:pPr>
            <a:r>
              <a:rPr lang="en-US" dirty="0"/>
              <a:t>	FROM [Employee Data]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16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0942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Fields with spaces require square brackets:</a:t>
            </a:r>
          </a:p>
          <a:p>
            <a:pPr marL="0" indent="0">
              <a:buNone/>
            </a:pPr>
            <a:r>
              <a:rPr lang="en-US" dirty="0"/>
              <a:t>	WHERE [Last Name] = ‘Smith’</a:t>
            </a:r>
          </a:p>
          <a:p>
            <a:r>
              <a:rPr lang="en-US" dirty="0"/>
              <a:t>operators that can be used in WHERE clauses:  </a:t>
            </a:r>
          </a:p>
          <a:p>
            <a:pPr marL="0" indent="0">
              <a:buNone/>
            </a:pPr>
            <a:r>
              <a:rPr lang="en-US" dirty="0"/>
              <a:t>	=	equal</a:t>
            </a:r>
          </a:p>
          <a:p>
            <a:pPr marL="0" indent="0">
              <a:buNone/>
            </a:pPr>
            <a:r>
              <a:rPr lang="en-US" dirty="0"/>
              <a:t>	&gt;	greater than</a:t>
            </a:r>
          </a:p>
          <a:p>
            <a:pPr marL="0" indent="0">
              <a:buNone/>
            </a:pPr>
            <a:r>
              <a:rPr lang="en-US" dirty="0"/>
              <a:t>	&lt;	less than</a:t>
            </a:r>
          </a:p>
          <a:p>
            <a:pPr marL="0" indent="0">
              <a:buNone/>
            </a:pPr>
            <a:r>
              <a:rPr lang="en-US" dirty="0"/>
              <a:t>	&gt;=	greater than or equal to</a:t>
            </a:r>
          </a:p>
          <a:p>
            <a:pPr marL="0" indent="0">
              <a:buNone/>
            </a:pPr>
            <a:r>
              <a:rPr lang="en-US" dirty="0"/>
              <a:t>	&lt;=	less than or equal to</a:t>
            </a:r>
          </a:p>
          <a:p>
            <a:pPr marL="0" indent="0">
              <a:buNone/>
            </a:pPr>
            <a:r>
              <a:rPr lang="en-US" dirty="0"/>
              <a:t>	&lt;&gt;	not equal</a:t>
            </a:r>
          </a:p>
          <a:p>
            <a:r>
              <a:rPr lang="en-US" dirty="0"/>
              <a:t>AND </a:t>
            </a:r>
            <a:r>
              <a:rPr lang="en-US" dirty="0" err="1"/>
              <a:t>and</a:t>
            </a:r>
            <a:r>
              <a:rPr lang="en-US" dirty="0"/>
              <a:t> OR can also be used in WHERE clauses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2655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Write a SQL statement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Employee.accdb </a:t>
            </a:r>
            <a:r>
              <a:rPr lang="en-US" dirty="0"/>
              <a:t>that retrieves the first and last names of those employees that live in Maryland.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18</a:t>
            </a:fld>
            <a:endParaRPr lang="en-US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580460"/>
            <a:ext cx="9384030" cy="1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73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Returns a table or field under a different alias</a:t>
            </a:r>
          </a:p>
          <a:p>
            <a:r>
              <a:rPr lang="en-US" dirty="0"/>
              <a:t>Column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aliasName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/>
              <a:t>Table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aliasName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9190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SQL Clauses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Sorts a query's resulting records on a specified field or fields in ascending or descending order</a:t>
            </a:r>
          </a:p>
          <a:p>
            <a:r>
              <a:rPr lang="en-US" dirty="0"/>
              <a:t>The default is to list in ascending order: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Employee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ORDER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/>
              <a:t>To put into descending order, add DESC to end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Employee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ORDER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DESC;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9720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SQL statement that retrieves the Employee ID, Week #, and Hours for all Employees who have worked &gt;40 hours during Week 2.  Put the results in descending order (by hours). Rename the Hours as Hours Worked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21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411" y="3193791"/>
            <a:ext cx="3728316" cy="335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05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Aggregate Functions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SQL allows you to compute aggregate values over columns by using functions such as:</a:t>
            </a:r>
          </a:p>
          <a:p>
            <a:r>
              <a:rPr lang="en-US" dirty="0" err="1"/>
              <a:t>Avg</a:t>
            </a:r>
            <a:endParaRPr lang="en-US" dirty="0"/>
          </a:p>
          <a:p>
            <a:r>
              <a:rPr lang="en-US" dirty="0"/>
              <a:t>Count</a:t>
            </a:r>
          </a:p>
          <a:p>
            <a:r>
              <a:rPr lang="en-US" dirty="0"/>
              <a:t>First, Last</a:t>
            </a:r>
          </a:p>
          <a:p>
            <a:r>
              <a:rPr lang="en-US" dirty="0"/>
              <a:t>Min, Max</a:t>
            </a:r>
          </a:p>
          <a:p>
            <a:r>
              <a:rPr lang="en-US" dirty="0" err="1"/>
              <a:t>Stdev</a:t>
            </a:r>
            <a:endParaRPr lang="en-US" dirty="0"/>
          </a:p>
          <a:p>
            <a:r>
              <a:rPr lang="en-US" dirty="0"/>
              <a:t>Sum</a:t>
            </a:r>
          </a:p>
          <a:p>
            <a:r>
              <a:rPr lang="en-US" dirty="0" err="1"/>
              <a:t>Var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Used in the SELECT statement.  Example: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Sum(Hours)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[Hours Worked];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22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0354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SQL statement that returns the number of times </a:t>
            </a:r>
            <a:r>
              <a:rPr lang="en-US" b="1" u="sng" dirty="0"/>
              <a:t>any</a:t>
            </a:r>
            <a:r>
              <a:rPr lang="en-US" dirty="0"/>
              <a:t> employee worked more than 40 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23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055" y="2483709"/>
            <a:ext cx="4516375" cy="406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99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2F06A-18EB-8206-F775-3411375AE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SQL statement that returns the number of times </a:t>
            </a:r>
            <a:r>
              <a:rPr lang="en-US" b="1" u="sng" dirty="0"/>
              <a:t>any</a:t>
            </a:r>
            <a:r>
              <a:rPr lang="en-US" dirty="0"/>
              <a:t> employee worked more than 40 hours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dirty="0"/>
              <a:t>SELECT Count(Hours) AS [Number of Overtime Weeks]</a:t>
            </a:r>
          </a:p>
          <a:p>
            <a:pPr marL="274320" lvl="1" indent="0">
              <a:buNone/>
            </a:pPr>
            <a:r>
              <a:rPr lang="en-US" dirty="0"/>
              <a:t>FROM [Hours Worked]</a:t>
            </a:r>
          </a:p>
          <a:p>
            <a:pPr marL="274320" lvl="1" indent="0">
              <a:buNone/>
            </a:pPr>
            <a:r>
              <a:rPr lang="en-US" dirty="0"/>
              <a:t>WHERE Hours &gt; 40;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9835-F551-6135-74DD-8E457069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24</a:t>
            </a:fld>
            <a:endParaRPr lang="en-US"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0AE663-5D03-99EF-A100-60ADE0EED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282" y="4147930"/>
            <a:ext cx="4165436" cy="110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28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51927"/>
            <a:ext cx="7886700" cy="5183724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Write a SQL statement that returns the number of employees who have worked more than 40 hours in a week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This requires use of: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/>
              <a:t>the </a:t>
            </a:r>
            <a:r>
              <a:rPr lang="en-US" sz="2200" b="1" dirty="0"/>
              <a:t>DISTINCT </a:t>
            </a:r>
            <a:r>
              <a:rPr lang="en-US" sz="2200" dirty="0"/>
              <a:t>keyword in SQL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/>
              <a:t>use of SQL </a:t>
            </a:r>
            <a:r>
              <a:rPr lang="en-US" sz="2200" b="1" dirty="0"/>
              <a:t>subqueries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25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359" y="2253954"/>
            <a:ext cx="3387281" cy="30521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B695EC-583E-49BC-0763-BE3F10646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/>
              <a:t>A more challenging query</a:t>
            </a:r>
          </a:p>
        </p:txBody>
      </p:sp>
    </p:spTree>
    <p:extLst>
      <p:ext uri="{BB962C8B-B14F-4D97-AF65-F5344CB8AC3E}">
        <p14:creationId xmlns:p14="http://schemas.microsoft.com/office/powerpoint/2010/main" val="942175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521BB-BC96-532B-05C4-36A4EF67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42" y="1602877"/>
            <a:ext cx="6441852" cy="4907763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This query finds all &gt;40-hour weeks, showing the corresponding employee ID:</a:t>
            </a:r>
          </a:p>
          <a:p>
            <a:pPr marL="457200" indent="-457200">
              <a:buFont typeface="+mj-lt"/>
              <a:buAutoNum type="arabicParenR"/>
            </a:pPr>
            <a:endParaRPr lang="en-US" dirty="0"/>
          </a:p>
          <a:p>
            <a:pPr marL="617220" lvl="2" indent="0">
              <a:buNone/>
            </a:pPr>
            <a:r>
              <a:rPr lang="en-US" sz="2600" dirty="0">
                <a:solidFill>
                  <a:srgbClr val="0070C0"/>
                </a:solidFill>
              </a:rPr>
              <a:t>SELECT [Employee ID]</a:t>
            </a:r>
          </a:p>
          <a:p>
            <a:pPr marL="617220" lvl="2" indent="0">
              <a:buNone/>
            </a:pPr>
            <a:r>
              <a:rPr lang="en-US" sz="2600" dirty="0">
                <a:solidFill>
                  <a:srgbClr val="0070C0"/>
                </a:solidFill>
              </a:rPr>
              <a:t>FROM [Hours Worked]</a:t>
            </a:r>
          </a:p>
          <a:p>
            <a:pPr marL="617220" lvl="2" indent="0">
              <a:buNone/>
            </a:pPr>
            <a:r>
              <a:rPr lang="en-US" sz="2600" dirty="0">
                <a:solidFill>
                  <a:srgbClr val="0070C0"/>
                </a:solidFill>
              </a:rPr>
              <a:t>WHERE Hours&gt;40;</a:t>
            </a:r>
          </a:p>
          <a:p>
            <a:pPr marL="342900" lvl="1" indent="0">
              <a:buNone/>
            </a:pPr>
            <a:endParaRPr lang="en-US" dirty="0"/>
          </a:p>
          <a:p>
            <a:pPr marL="342900" lvl="1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Wrapping the selected employee IDs inside the “DISTINCT” keyword yields unique employee IDs only: </a:t>
            </a:r>
          </a:p>
          <a:p>
            <a:pPr marL="457200" indent="-457200">
              <a:buFont typeface="+mj-lt"/>
              <a:buAutoNum type="arabicParenR"/>
            </a:pPr>
            <a:endParaRPr lang="en-US" dirty="0"/>
          </a:p>
          <a:p>
            <a:pPr marL="617220" lvl="2" indent="0">
              <a:buNone/>
            </a:pPr>
            <a:r>
              <a:rPr lang="en-US" sz="2600" dirty="0">
                <a:solidFill>
                  <a:srgbClr val="0070C0"/>
                </a:solidFill>
              </a:rPr>
              <a:t>SELECT  Distinct [Employee ID]</a:t>
            </a:r>
          </a:p>
          <a:p>
            <a:pPr marL="617220" lvl="2" indent="0">
              <a:buNone/>
            </a:pPr>
            <a:r>
              <a:rPr lang="en-US" sz="2600" dirty="0">
                <a:solidFill>
                  <a:srgbClr val="0070C0"/>
                </a:solidFill>
              </a:rPr>
              <a:t>FROM [Hours Worked]</a:t>
            </a:r>
          </a:p>
          <a:p>
            <a:pPr marL="617220" lvl="2" indent="0">
              <a:buNone/>
            </a:pPr>
            <a:r>
              <a:rPr lang="en-US" sz="2600" dirty="0">
                <a:solidFill>
                  <a:srgbClr val="0070C0"/>
                </a:solidFill>
              </a:rPr>
              <a:t>WHERE Hours&gt;40;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02B18-4579-A49A-97D8-BF00B7539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866" y="1633105"/>
            <a:ext cx="1740524" cy="1921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9279B6-5211-05E1-37D5-8EDC65C07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298" y="4148966"/>
            <a:ext cx="2273661" cy="1659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C0A1FD-24B8-91CB-8815-0692EA5B9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/>
              <a:t>A plan for this challenging query:</a:t>
            </a:r>
          </a:p>
        </p:txBody>
      </p:sp>
    </p:spTree>
    <p:extLst>
      <p:ext uri="{BB962C8B-B14F-4D97-AF65-F5344CB8AC3E}">
        <p14:creationId xmlns:p14="http://schemas.microsoft.com/office/powerpoint/2010/main" val="370649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54D19-88FE-20DF-AACD-4D98F3942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23454"/>
            <a:ext cx="7886700" cy="5460681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 startAt="3"/>
            </a:pPr>
            <a:r>
              <a:rPr lang="en-US" sz="2600" dirty="0"/>
              <a:t>Now pass the previous query as a subquery to one that simply counts that number of records returned by the subquery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200" dirty="0"/>
              <a:t>SELECT Count(*) as [Over-40-Hr Workers]</a:t>
            </a:r>
          </a:p>
          <a:p>
            <a:pPr marL="0" indent="0">
              <a:buNone/>
            </a:pPr>
            <a:r>
              <a:rPr lang="en-US" sz="2200" dirty="0"/>
              <a:t>FROM </a:t>
            </a:r>
          </a:p>
          <a:p>
            <a:pPr marL="0" indent="0">
              <a:buNone/>
            </a:pPr>
            <a:r>
              <a:rPr lang="en-US" sz="2200" dirty="0"/>
              <a:t>(</a:t>
            </a:r>
          </a:p>
          <a:p>
            <a:pPr marL="0" indent="0">
              <a:buNone/>
            </a:pPr>
            <a:r>
              <a:rPr lang="en-US" sz="2200" dirty="0"/>
              <a:t>SELECT DISTINCT [Employee ID] </a:t>
            </a:r>
          </a:p>
          <a:p>
            <a:pPr marL="0" indent="0">
              <a:buNone/>
            </a:pPr>
            <a:r>
              <a:rPr lang="en-US" sz="2200" dirty="0"/>
              <a:t>FROM [Hours Worked] </a:t>
            </a:r>
          </a:p>
          <a:p>
            <a:pPr marL="0" indent="0">
              <a:buNone/>
            </a:pPr>
            <a:r>
              <a:rPr lang="en-US" sz="2200" dirty="0"/>
              <a:t>WHERE Hours&gt;40</a:t>
            </a:r>
          </a:p>
          <a:p>
            <a:pPr marL="0" indent="0">
              <a:buNone/>
            </a:pP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 – outside of Access, this query could be accomplished more easily by wrapping Count around Distinct, as in:</a:t>
            </a:r>
          </a:p>
          <a:p>
            <a:pPr marL="0" indent="0">
              <a:buNone/>
            </a:pPr>
            <a:r>
              <a:rPr lang="en-US" dirty="0"/>
              <a:t> SELECT COUNT(DISTINCT[Employee ID])  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867332-CF61-46E1-E2F1-FFDFA9C83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615" y="2775722"/>
            <a:ext cx="2898177" cy="130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7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28</a:t>
            </a:fld>
            <a:endParaRPr lang="en-US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974" y="1028700"/>
            <a:ext cx="5663026" cy="307451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Aggregate Functions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75" y="4339024"/>
            <a:ext cx="3048515" cy="22863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32887" y="528019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MIN(age)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    users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Right Arrow 8"/>
          <p:cNvSpPr/>
          <p:nvPr/>
        </p:nvSpPr>
        <p:spPr>
          <a:xfrm rot="8151525">
            <a:off x="1483829" y="3296991"/>
            <a:ext cx="2035618" cy="505219"/>
          </a:xfrm>
          <a:prstGeom prst="rightArrow">
            <a:avLst/>
          </a:prstGeom>
          <a:solidFill>
            <a:srgbClr val="CC00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6505832"/>
            <a:ext cx="501684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https://academy.vertabelo.com/blog/beginners-guide-sql-aggregate-functions/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3200" y="1676246"/>
            <a:ext cx="30873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want to find the </a:t>
            </a:r>
          </a:p>
          <a:p>
            <a:r>
              <a:rPr lang="en-US" sz="2400" dirty="0"/>
              <a:t>min age for each city.</a:t>
            </a:r>
          </a:p>
          <a:p>
            <a:endParaRPr lang="en-US" sz="2400" dirty="0"/>
          </a:p>
          <a:p>
            <a:r>
              <a:rPr lang="en-US" sz="2400" dirty="0"/>
              <a:t>Think “</a:t>
            </a:r>
            <a:r>
              <a:rPr lang="en-US" sz="2400" b="1" dirty="0"/>
              <a:t>Group</a:t>
            </a:r>
            <a:r>
              <a:rPr lang="en-US" sz="2400" dirty="0"/>
              <a:t>” the</a:t>
            </a:r>
          </a:p>
          <a:p>
            <a:r>
              <a:rPr lang="en-US" sz="2400" dirty="0"/>
              <a:t>records “</a:t>
            </a:r>
            <a:r>
              <a:rPr lang="en-US" sz="2400" b="1" dirty="0"/>
              <a:t>by</a:t>
            </a:r>
            <a:r>
              <a:rPr lang="en-US" sz="2400" dirty="0"/>
              <a:t>” </a:t>
            </a:r>
          </a:p>
          <a:p>
            <a:r>
              <a:rPr lang="en-US" sz="2400" dirty="0"/>
              <a:t>city 1</a:t>
            </a:r>
            <a:r>
              <a:rPr lang="en-US" sz="2400" baseline="30000" dirty="0"/>
              <a:t>st</a:t>
            </a:r>
            <a:r>
              <a:rPr lang="en-US" sz="2400" dirty="0"/>
              <a:t>, then…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5799404" y="659368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Table: users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EC756E-28A0-B2F5-163D-1E42FAF34BCC}"/>
              </a:ext>
            </a:extLst>
          </p:cNvPr>
          <p:cNvSpPr/>
          <p:nvPr/>
        </p:nvSpPr>
        <p:spPr>
          <a:xfrm>
            <a:off x="6052930" y="5280199"/>
            <a:ext cx="2445027" cy="9184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2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Aggregate Functions</a:t>
            </a:r>
            <a:br>
              <a:rPr lang="en-US" dirty="0"/>
            </a:b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Lets us perform aggregations on a group of values based on given fields.</a:t>
            </a:r>
          </a:p>
          <a:p>
            <a:r>
              <a:rPr lang="en-US" dirty="0"/>
              <a:t>Example from previous slide: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MIN(age)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users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/>
              <a:t>Groups records by </a:t>
            </a:r>
            <a:r>
              <a:rPr lang="en-US" dirty="0" err="1"/>
              <a:t>city_id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	then computes the minimum for each </a:t>
            </a:r>
            <a:r>
              <a:rPr lang="en-US" dirty="0" err="1"/>
              <a:t>city_id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29</a:t>
            </a:fld>
            <a:endParaRPr lang="en-US"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05832"/>
            <a:ext cx="501684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https://academy.vertabelo.com/blog/beginners-guide-sql-aggregate-functions/</a:t>
            </a:r>
          </a:p>
        </p:txBody>
      </p:sp>
    </p:spTree>
    <p:extLst>
      <p:ext uri="{BB962C8B-B14F-4D97-AF65-F5344CB8AC3E}">
        <p14:creationId xmlns:p14="http://schemas.microsoft.com/office/powerpoint/2010/main" val="4128020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SQL statement that returns the Employee ID with the total number of hours worked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30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055" y="2483709"/>
            <a:ext cx="4516375" cy="406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29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time:  Joins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958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So far we’ve been doing SQL statements that involve only one table.  Joins will allow us to query from multiple tables.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Consider this visual representation of table A and table B, which are connected through primary and foreign keys.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31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7187" y="3672216"/>
            <a:ext cx="4886780" cy="30093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016" y="6543029"/>
            <a:ext cx="27009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http://www.sql-join.com/sql-join-types</a:t>
            </a:r>
          </a:p>
        </p:txBody>
      </p:sp>
    </p:spTree>
    <p:extLst>
      <p:ext uri="{BB962C8B-B14F-4D97-AF65-F5344CB8AC3E}">
        <p14:creationId xmlns:p14="http://schemas.microsoft.com/office/powerpoint/2010/main" val="30009012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3038</TotalTime>
  <Words>1750</Words>
  <Application>Microsoft Office PowerPoint</Application>
  <PresentationFormat>On-screen Show (4:3)</PresentationFormat>
  <Paragraphs>321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Courier New</vt:lpstr>
      <vt:lpstr>Wingdings</vt:lpstr>
      <vt:lpstr>Clarity</vt:lpstr>
      <vt:lpstr>SQL – Part I </vt:lpstr>
      <vt:lpstr>Today: Introduction to SQL</vt:lpstr>
      <vt:lpstr>Access - Queries</vt:lpstr>
      <vt:lpstr>Access - Queries</vt:lpstr>
      <vt:lpstr>Access - Queries</vt:lpstr>
      <vt:lpstr>SQL - Background</vt:lpstr>
      <vt:lpstr>SQL – Use in Industry</vt:lpstr>
      <vt:lpstr>PowerPoint Presentation</vt:lpstr>
      <vt:lpstr>PowerPoint Presentation</vt:lpstr>
      <vt:lpstr>Basic SQL Clauses SELECT, FROM, WHERE</vt:lpstr>
      <vt:lpstr>Basic SQL Clauses SELECT, FROM, WHERE</vt:lpstr>
      <vt:lpstr>Basic SQL Clauses SELECT, FROM, WHERE</vt:lpstr>
      <vt:lpstr>Basic SQL Clauses SELECT, FROM, WHERE</vt:lpstr>
      <vt:lpstr>Basic SQL Clauses SELECT, FROM, WHERE</vt:lpstr>
      <vt:lpstr>Basic SQL Clauses SELECT</vt:lpstr>
      <vt:lpstr>Basic SQL Clauses FROM</vt:lpstr>
      <vt:lpstr>Basic SQL Clauses WHERE</vt:lpstr>
      <vt:lpstr>YOU TRY:</vt:lpstr>
      <vt:lpstr>Basic SQL Clauses AS</vt:lpstr>
      <vt:lpstr>Basic SQL Clauses ORDER BY</vt:lpstr>
      <vt:lpstr>YOU TRY:</vt:lpstr>
      <vt:lpstr>Aggregate Functions</vt:lpstr>
      <vt:lpstr>YOU TRY:</vt:lpstr>
      <vt:lpstr>PowerPoint Presentation</vt:lpstr>
      <vt:lpstr>A more challenging query</vt:lpstr>
      <vt:lpstr>A plan for this challenging query:</vt:lpstr>
      <vt:lpstr>PowerPoint Presentation</vt:lpstr>
      <vt:lpstr>Aggregate Functions GROUP BY</vt:lpstr>
      <vt:lpstr>Aggregate Functions GROUP BY</vt:lpstr>
      <vt:lpstr>YOU TRY:</vt:lpstr>
      <vt:lpstr>Next time:  Joins in 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Dana Tomc</dc:creator>
  <cp:lastModifiedBy>Frommer, Ian Dr. (EDU)</cp:lastModifiedBy>
  <cp:revision>94</cp:revision>
  <cp:lastPrinted>2019-02-21T13:50:14Z</cp:lastPrinted>
  <dcterms:created xsi:type="dcterms:W3CDTF">2018-02-19T17:56:15Z</dcterms:created>
  <dcterms:modified xsi:type="dcterms:W3CDTF">2026-09-29T14:44:23Z</dcterms:modified>
</cp:coreProperties>
</file>