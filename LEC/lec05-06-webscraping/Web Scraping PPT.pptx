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sldIdLst>
    <p:sldId id="279" r:id="rId2"/>
    <p:sldId id="257" r:id="rId3"/>
    <p:sldId id="280" r:id="rId4"/>
    <p:sldId id="268" r:id="rId5"/>
    <p:sldId id="260" r:id="rId6"/>
    <p:sldId id="261" r:id="rId7"/>
    <p:sldId id="262" r:id="rId8"/>
    <p:sldId id="287" r:id="rId9"/>
    <p:sldId id="263" r:id="rId10"/>
    <p:sldId id="269" r:id="rId11"/>
    <p:sldId id="282" r:id="rId12"/>
    <p:sldId id="283" r:id="rId13"/>
    <p:sldId id="270" r:id="rId14"/>
    <p:sldId id="281" r:id="rId15"/>
    <p:sldId id="271" r:id="rId16"/>
    <p:sldId id="272" r:id="rId17"/>
    <p:sldId id="274" r:id="rId18"/>
    <p:sldId id="277" r:id="rId19"/>
    <p:sldId id="278" r:id="rId20"/>
    <p:sldId id="284" r:id="rId21"/>
    <p:sldId id="286" r:id="rId22"/>
    <p:sldId id="288" r:id="rId23"/>
    <p:sldId id="265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68A074-3188-48BA-BB0A-288952C5BE2D}" v="21" dt="2026-09-07T15:16:34.0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6688" autoAdjust="0"/>
    <p:restoredTop sz="85698" autoAdjust="0"/>
  </p:normalViewPr>
  <p:slideViewPr>
    <p:cSldViewPr snapToGrid="0">
      <p:cViewPr>
        <p:scale>
          <a:sx n="78" d="100"/>
          <a:sy n="78" d="100"/>
        </p:scale>
        <p:origin x="764" y="-36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A3E8E5B1-0D91-4643-B70B-3D065C8674E0}"/>
    <pc:docChg chg="undo custSel modSld">
      <pc:chgData name="Frommer, Ian Dr. (EDU)" userId="28ca3ff0-544f-450a-928b-99e19cf49b89" providerId="ADAL" clId="{A3E8E5B1-0D91-4643-B70B-3D065C8674E0}" dt="2026-09-07T15:16:34.099" v="152"/>
      <pc:docMkLst>
        <pc:docMk/>
      </pc:docMkLst>
      <pc:sldChg chg="addSp delSp modSp mod delAnim">
        <pc:chgData name="Frommer, Ian Dr. (EDU)" userId="28ca3ff0-544f-450a-928b-99e19cf49b89" providerId="ADAL" clId="{A3E8E5B1-0D91-4643-B70B-3D065C8674E0}" dt="2026-09-07T14:50:22.342" v="130" actId="14100"/>
        <pc:sldMkLst>
          <pc:docMk/>
          <pc:sldMk cId="2650799268" sldId="261"/>
        </pc:sldMkLst>
        <pc:spChg chg="mod">
          <ac:chgData name="Frommer, Ian Dr. (EDU)" userId="28ca3ff0-544f-450a-928b-99e19cf49b89" providerId="ADAL" clId="{A3E8E5B1-0D91-4643-B70B-3D065C8674E0}" dt="2026-09-07T14:50:04.440" v="126" actId="27636"/>
          <ac:spMkLst>
            <pc:docMk/>
            <pc:sldMk cId="2650799268" sldId="261"/>
            <ac:spMk id="3" creationId="{00000000-0000-0000-0000-000000000000}"/>
          </ac:spMkLst>
        </pc:spChg>
        <pc:spChg chg="mod">
          <ac:chgData name="Frommer, Ian Dr. (EDU)" userId="28ca3ff0-544f-450a-928b-99e19cf49b89" providerId="ADAL" clId="{A3E8E5B1-0D91-4643-B70B-3D065C8674E0}" dt="2026-09-07T14:49:44.593" v="124" actId="1076"/>
          <ac:spMkLst>
            <pc:docMk/>
            <pc:sldMk cId="2650799268" sldId="261"/>
            <ac:spMk id="6" creationId="{00000000-0000-0000-0000-000000000000}"/>
          </ac:spMkLst>
        </pc:spChg>
        <pc:picChg chg="del">
          <ac:chgData name="Frommer, Ian Dr. (EDU)" userId="28ca3ff0-544f-450a-928b-99e19cf49b89" providerId="ADAL" clId="{A3E8E5B1-0D91-4643-B70B-3D065C8674E0}" dt="2026-09-07T14:47:33.617" v="91" actId="478"/>
          <ac:picMkLst>
            <pc:docMk/>
            <pc:sldMk cId="2650799268" sldId="261"/>
            <ac:picMk id="5" creationId="{00000000-0000-0000-0000-000000000000}"/>
          </ac:picMkLst>
        </pc:picChg>
        <pc:picChg chg="add mod modCrop">
          <ac:chgData name="Frommer, Ian Dr. (EDU)" userId="28ca3ff0-544f-450a-928b-99e19cf49b89" providerId="ADAL" clId="{A3E8E5B1-0D91-4643-B70B-3D065C8674E0}" dt="2026-09-07T14:50:22.342" v="130" actId="14100"/>
          <ac:picMkLst>
            <pc:docMk/>
            <pc:sldMk cId="2650799268" sldId="261"/>
            <ac:picMk id="8" creationId="{C9788BFC-0F4B-EFB3-EAF1-8949CA4795C3}"/>
          </ac:picMkLst>
        </pc:picChg>
        <pc:picChg chg="add mod modCrop">
          <ac:chgData name="Frommer, Ian Dr. (EDU)" userId="28ca3ff0-544f-450a-928b-99e19cf49b89" providerId="ADAL" clId="{A3E8E5B1-0D91-4643-B70B-3D065C8674E0}" dt="2026-09-07T14:50:11.936" v="128" actId="1076"/>
          <ac:picMkLst>
            <pc:docMk/>
            <pc:sldMk cId="2650799268" sldId="261"/>
            <ac:picMk id="10" creationId="{21584BC4-CE9E-BF63-9648-90D7194ECD67}"/>
          </ac:picMkLst>
        </pc:picChg>
      </pc:sldChg>
      <pc:sldChg chg="modSp mod">
        <pc:chgData name="Frommer, Ian Dr. (EDU)" userId="28ca3ff0-544f-450a-928b-99e19cf49b89" providerId="ADAL" clId="{A3E8E5B1-0D91-4643-B70B-3D065C8674E0}" dt="2026-09-07T15:09:29.287" v="131" actId="1036"/>
        <pc:sldMkLst>
          <pc:docMk/>
          <pc:sldMk cId="1609761907" sldId="268"/>
        </pc:sldMkLst>
        <pc:spChg chg="mod">
          <ac:chgData name="Frommer, Ian Dr. (EDU)" userId="28ca3ff0-544f-450a-928b-99e19cf49b89" providerId="ADAL" clId="{A3E8E5B1-0D91-4643-B70B-3D065C8674E0}" dt="2026-09-07T15:09:29.287" v="131" actId="1036"/>
          <ac:spMkLst>
            <pc:docMk/>
            <pc:sldMk cId="1609761907" sldId="268"/>
            <ac:spMk id="4" creationId="{00000000-0000-0000-0000-000000000000}"/>
          </ac:spMkLst>
        </pc:spChg>
      </pc:sldChg>
      <pc:sldChg chg="modSp mod">
        <pc:chgData name="Frommer, Ian Dr. (EDU)" userId="28ca3ff0-544f-450a-928b-99e19cf49b89" providerId="ADAL" clId="{A3E8E5B1-0D91-4643-B70B-3D065C8674E0}" dt="2026-09-07T15:10:21.844" v="150" actId="20577"/>
        <pc:sldMkLst>
          <pc:docMk/>
          <pc:sldMk cId="852273113" sldId="270"/>
        </pc:sldMkLst>
        <pc:spChg chg="mod">
          <ac:chgData name="Frommer, Ian Dr. (EDU)" userId="28ca3ff0-544f-450a-928b-99e19cf49b89" providerId="ADAL" clId="{A3E8E5B1-0D91-4643-B70B-3D065C8674E0}" dt="2026-09-07T15:10:21.844" v="150" actId="20577"/>
          <ac:spMkLst>
            <pc:docMk/>
            <pc:sldMk cId="852273113" sldId="270"/>
            <ac:spMk id="3" creationId="{A2F41AA0-C3F8-426F-A7C1-F52386EA546B}"/>
          </ac:spMkLst>
        </pc:spChg>
      </pc:sldChg>
      <pc:sldChg chg="modAnim">
        <pc:chgData name="Frommer, Ian Dr. (EDU)" userId="28ca3ff0-544f-450a-928b-99e19cf49b89" providerId="ADAL" clId="{A3E8E5B1-0D91-4643-B70B-3D065C8674E0}" dt="2026-09-07T15:16:34.099" v="152"/>
        <pc:sldMkLst>
          <pc:docMk/>
          <pc:sldMk cId="2497219946" sldId="27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31T18:56:39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6667 218 5601,'-7'12'627,"-8"9"778,-29 36-1,39-52-1343,0 0-1,0 0 0,0 0 0,-1-1 0,1 0 0,-1 0 1,0 0-1,0-1 0,-1 0 0,1 0 0,-13 3 0,18-6-51,0 1 0,0-2 0,-1 1-1,1 0 1,0 0 0,0 0-1,0 0 1,0-1 0,0 1-1,0 0 1,0-1 0,0 1-1,0-1 1,0 1 0,0-1 0,0 0-1,0 1 1,0-1 0,0 0-1,0 0 1,1 0 0,-1 1-1,0-1 1,0-1 0,-19-32 520,1 3 273,8 24-732,-1 1 1,1 0 0,-1 1 0,0 0-1,0 1 1,0 0 0,-1 1 0,-22-3-1,21 3-25,-119-21 283,0 5-1,-2 7 0,1 5 0,-264 22 1,297-10-226,0-3 0,-1-5 0,-122-20 0,93 10 1,-193 6 0,-127 34-34,324-17-27,-257-5 81,34-2-102,-391 34 40,453-27-67,-146 12 28,328-13-17,20-3 0,0 4 1,0 3-1,-111 32 1,-97 49-15,244-79 8,-202 72-7,223-75 7,1 1 0,1 2 0,1 1 0,0 1 0,1 1 0,-37 35 0,29-21-10,2 1-1,1 1 1,2 2 0,1 1 0,2 1-1,-29 61 1,52-95 5,0 1 0,0-1 0,1 0 0,-1 1 0,1 0 0,0-1 0,1 1 0,-1-1 0,1 1 0,0 0 0,0 0 0,0-1 0,1 1 0,0 0 0,0-1 0,0 1 0,0-1 0,1 1 0,-1-1 1,1 0-1,0 0 0,1 1 0,-1-1 0,1-1 0,-1 1 0,1 0 0,1-1 0,-1 1 0,0-1 0,5 3 0,49 51-17,88 66 0,-114-100 28,2-1 0,0-2 1,1-2-1,1-1 0,39 13 0,81 16 55,220 35-1,-222-52-13,55 8 135,248 11 0,-129-2-78,13 1-85,151-3-10,-158-18 2,-225-20-13,31 1 6,204-16 1,-164-6 4,263 13 1,-87 13-14,22-4-1,56 4 2,196 0 12,-301-18 41,201-15 101,-48 5-128,-118 10 5,170 18-7,-460-6-9,213-4 26,-8 1 221,25-4 192,3 1-378,-198 8-60,205-11-1,-253 1-5,0 3-1,71 8 0,-88-4-1,35 5 7,-49-5 3,-1-1 1,49-1 0,111 0 70,46-10-18,-118 7 37,328 10 213,-163 6-291,-204-10 10,118-9 1,-95 0-6,119 12 44,-26 0-6,176-24-28,-205 12 25,-123 5-23,1-1 1,-1-2 0,1-2-1,50-12 1,-21 0-38,0 3 0,131-8 0,142 24 1,-274-2-10,-1-4 0,1-2-1,-1-4 1,0-2 0,77-25-1,-77 15 34,98-46-1,-148 56-33,0-2 0,-1 0 0,0-1 0,-1 0 0,-1-2 0,19-22 0,-2 4-7,-24 24-4,0 0 0,-1 0-1,0-1 1,0 0 0,-1 0-1,-1-1 1,0 1 0,-1-1-1,0-1 1,-1 1 0,0-1-1,3-20 1,-6 27 4,0-1 1,-1 1-1,0-1 1,0 0-1,0 1 1,-1-1-1,0 1 1,0-1-1,-1 1 1,0 0-1,0-1 0,0 1 1,-1 0-1,0 0 1,0 0-1,0 1 1,-1-1-1,0 1 1,0 0-1,0 0 1,-1 0-1,0 0 0,0 1 1,0 0-1,0 0 1,-8-4-1,-53-26-96,-2 4 0,-2 3-1,-122-32 1,-15-6 54,-70-51-57,-50-17-3,73 55 94,-3 11 0,-442-56 1,285 64 18,393 57 5,-241-19 12,-599-46-39,660 46 45,-100-14-2,-255-21 2,-59-10-20,447 32 5,-98-13 10,-193 22 30,266 17-35,-257 8-12,59 3 7,101 10-8,79 0-1,148-12 0,-179 10-15,200-7 11,0 3 0,0 1 0,-71 24 0,96-26-101,-195 62 296,193-64-658,-1 0-1,0 0 1,0-2-1,0-1 0,-1 0 1,1-2-1,0 0 1,-33-7-1,-5-15-2389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31T18:56:43.0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2658 3337,'2'-2'6639,"2"-2"-4127,15-17-2093,61-103 1149,-52 76-1147,2 2 0,69-83 0,14 17 254,77-87-32,-81 61-460,-54 64-34,3 3-1,3 3 0,72-63 0,9 16-7,149-132 6,-213 175-99,3 4 0,164-105 0,57-25 96,26-14 297,-235 150-298,4-15 8,-33 15-94,-64 62-58,0 0 1,0 0-1,1-1 1,-1 1-1,0 0 0,0 0 1,0 0-1,1 0 0,-1 0 1,0-1-1,0 1 1,0 0-1,1 0 0,-1 0 1,0-1-1,0 1 0,0 0 1,0 0-1,0-1 0,1 1 1,-1 0-1,0 0 1,0-1-1,0 1 0,0 0 1,0 0-1,0-1 0,0 1 1,0 0-1,0 0 0,0-1 1,0 1-1,0 0 1,0-1-1,0 1 0,0 0 1,0 0-1,-1-1 0,1 1 1,0 0-1,0 0 1,0 0-1,0-1 0,0 1 1,-1 0-1,-16-9-24,-30-1 1,41 9 27,-52-6-51,1 2 0,-95 5 0,107 1 46,-18 1 0,-4 0-133,-82-8 1,135 5 130,0 1 0,0 1 0,0 0 0,0 1 0,0 0 0,1 1 0,-1 1 0,1 0 0,-24 11 0,26-10 8,10-5-4,1 0 0,0 1 1,-1-1-1,1 0 0,0 1 0,-1-1 0,1 0 0,0 0 1,-1 1-1,1-1 0,-1 0 0,1 0 0,-1 0 0,1 0 1,0 0-1,-1 1 0,1-1 0,-1 0 0,1 0 0,-1 0 1,1 0-1,-1 0 0,1-1 0,-1 1 0,1 0 0,0 0 1,-1 0-1,1 0 0,-1 0 0,1-1 0,-1 1 0,1 0 1,0 0-1,-1 0 0,1-1 0,0 1 0,-1 0 1,1-1-1,-1 0 0,10-17 15,28-22 3,-25 33-37,-1 0 0,2 1 1,-1 0-1,1 1 0,0 1 0,0 0 1,0 0-1,19-1 0,-11 0 1,0 0-1,27-10 1,-9 2 25,0 1 0,1 3 0,76-10 0,-53 10-156,-52 8 107,1 1 0,0 0-1,0 1 1,-1 0 0,1 0 0,12 4 0,37 4-27,-53-9 67,3 1 3,-1 0 0,0-1 0,0-1 1,0 1-1,0-2 0,15-3 0,-11 1-39,-1 1 1,1 1-1,0 0 0,0 1 0,0 0 1,0 1-1,1 0 0,-1 1 1,26 6-1,-38-6 31,0 0 0,0-1 1,0 1-1,0 0 1,0 0-1,0 0 0,0 1 1,0-1-1,0 0 0,0 1 1,-1-1-1,1 1 0,-1 0 1,1-1-1,-1 1 1,0 0-1,1 0 0,-1 0 1,0 0-1,0 0 0,-1 0 1,1 0-1,0 0 0,-1 1 1,1-1-1,-1 0 1,1 0-1,-1 0 0,0 1 1,0-1-1,0 0 0,-1 3 1,-1 8 4,0 0 0,0 0 1,-2 0-1,-6 16 0,4-9-12,-18 65-15,4 1 1,3 0-1,5 2 0,3 0 0,4 120 0,4-144-430,0-44-120,1 0 0,1 0 0,0 0 0,6 24 0,-7-43 457,0 0 0,0 0 0,0 0 0,0 0 0,1 0 0,-1 1 0,0-1 0,1 0 0,-1 0 0,1 0 0,0 0 0,-1 0 0,1 0 0,0 0 0,-1 0 0,1-1 0,0 1-1,0 0 1,0 0 0,0 0 0,0-1 0,0 1 0,2 0 0,1 0-239,1-1-1,0-1 1,-1 1-1,1-1 0,-1 0 1,1 0-1,5-2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31T18:56:51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1151 172 280,'0'0'4,"0"0"-1,0 0 1,0 0 0,0 0 0,-1 1-1,1-1 1,0 0 0,0 0-1,0 0 1,-1 0 0,1 0-1,0 0 1,0 0 0,0 0-1,0 0 1,-1 0 0,1-1 0,0 1-1,0 0 1,0 0 0,-1 0-1,1 0 1,0 0 0,0 0-1,0 0 1,0 0 0,0 0-1,-1-1 1,1 1 0,0 0-1,0 0 1,0 0 0,0 0 0,0 0-1,0-1 1,0 1 0,-1 0-1,1 0 1,0 0 0,0 0-1,0-1 1,0 1 0,0 0-1,0 0 1,0 0 0,0-1 0,0 1-1,0 0 1,0 0 0,0-1-1,-13 15 332,11-9-206,2-5-68,0 0 0,0-1 0,0 1 0,-1 0 0,1 0 0,0 0 0,0 0 1,0 0-1,0 0 0,0-1 0,0 1 0,0 0 0,-1 0 0,1 0 0,0 0 1,0 0-1,0 0 0,0 0 0,0 0 0,-1 0 0,1 0 0,0 0 0,0 0 1,0 0-1,0 0 0,-1 0 0,1 0 0,0 0 0,0 0 0,0 0 0,0 0 1,0 0-1,-1 0 0,1 0 0,0 0 0,0 0 0,0 0 0,0 0 0,0 0 1,-1 0-1,1 0 0,0 0 0,0 1 0,0-1 0,0 0 0,-1 0 0,-3-10 483,0 1-354,-1 1 1,0 1-1,-1-1 1,-7-8-1,8 11-87,0-1 1,0 0-1,1 0 0,0 0 0,0-1 0,1 0 0,0 1 0,-4-10 0,-4-42 4218,-11 56-2553,21 1-1742,-1 1 0,1 0 0,-1 0 0,0-1 0,1 1 0,-1 0 0,1 0 0,-1 1 0,1-1 0,-1 0 0,0 0 0,1 1 0,-1-1 0,1 1 0,0-1 0,-1 1 0,1 0 0,-1 0 0,1-1 0,0 1 0,-1 0 0,1 0 0,-2 2 0,-36 33-2,26-24 43,-9 11-38,1 1 1,1 1-1,1 1 0,1 1 1,-15 30-1,-5 6 23,24-35 92,0 0-1,2 1 0,-11 35 1,20-45-127,0 0 0,1 0 0,0 0 0,2 0 0,0 0 0,2 0 0,0 0 0,1 0 0,9 33 0,11 37 131,-5 1 0,8 97-1,-3 186-218,-18-257 99,-21 555-2,3-431-21,14-55 9,-3 35-12,-7-108 4,-5 0 0,-5 0 0,-5-2 0,-40 114-1,20-84 3,28-79-2,-4-2 1,-41 89-1,39-111 8,-2-1 1,-2 0-1,-34 35 0,41-47-15,14-17 5,0 0 1,-1-1-1,1 0 1,-1 0-1,0-1 0,-10 8 1,12-12-3,1 1 1,-1-1-1,1 1 0,-1-1 1,0 0-1,1-1 0,-1 1 1,0 0-1,0-1 1,0 0-1,1 0 0,-1 0 1,0-1-1,0 1 0,0-1 1,1 0-1,-8-2 0,-22-9 9,0-1 0,-38-22-1,35 16 12,16 14-25,18 4 4,0 1 1,0 0-1,0-1 1,0 1-1,0-1 1,0 0-1,0 1 1,0-1-1,1 0 0,-1 0 1,-2-2-1,155 163 89,-126-132-86,-1 2-1,24 38 1,-23-31-3,-13-17-1,-1 0 0,-1 1 0,-1 0 0,-1 1-1,8 32 1,13 33 3,-11-43-7,-2 2 0,11 49-1,-18-52 7,-1 1 0,-2 0 1,-3 1-1,-1-1 0,-2 1 0,-2-1 0,-14 79 0,6-47 0,4-1-1,3 107 1,-6-25 10,5-126-15,1 0 1,2 0 0,0 0 0,2 0 0,2 0 0,1 0-1,8 33 1,-8-43 4,0 1-1,-2 0 1,0 0-1,-1-1 1,-2 1 0,-2 24-1,-1 29 1,4-40 2,1 6-9,-2 1-1,-12 78 0,9-91 11,-3 51 0,6-51-4,-11 57 0,2-31 2,7-33-4,-1 0 1,-13 36 0,14-45 1,1-1 0,0 1 1,1 0-1,0-1 1,1 1-1,0 0 1,1 0-1,3 15 0,1 22 3,10 62-5,-10-84 2,-1 0-1,-1 0 0,-1 35 1,-9-15 16,5-36-18,0 0 0,1 0 0,0 0 0,2 18 0,16 47 7,-11-58 11,4 35-9,-8-39-7,1-1 0,0 1 1,9 25-1,43 113 104,-23-94-84,-26-51-14,-1 0 1,0 0 0,0 1 0,-1 0-1,0 0 1,4 14 0,-5-16 23,0 0 0,0 0 0,1 0 0,0-1 0,0 1 0,1-1-1,0 0 1,0-1 0,0 1 0,1-1 0,-1 0 0,1 0 0,1-1 0,12 8 0,6 14 63,-23-24-91,-1 0 0,1 1 0,0-1 0,-1 0 0,1 0-1,0 0 1,0 0 0,1 0 0,-1-1 0,0 1 0,1 0 0,-1-1 0,0 0 0,1 0 0,0 0 0,-1 0 0,6 1 0,14 6 124,-20-7-117,0 0 1,0 0 0,0 0-1,0 0 1,0 0 0,0 0-1,0-1 1,0 1-1,0-1 1,0 0 0,3 1-1,6-1 70,0 2-1,0-1 0,0 1 0,0 1 1,17 6-1,25 7 79,-49-16-135,0 0 1,0 1-1,0-1 0,0-1 1,-1 1-1,1 0 1,0-1-1,0 0 0,0 0 1,-1 0-1,1 0 0,0-1 1,-1 0-1,7-3 1,-9 4-20,0 1 0,-1 0 1,1-1-1,0 1 1,0 0-1,0 0 0,0-1 1,0 1-1,0 0 0,0 0 1,-1 0-1,1 0 1,0 0-1,0 0 0,0 0 1,0 1-1,0-1 0,0 0 1,0 0-1,0 1 1,-1-1-1,1 1 0,0-1 1,0 0-1,0 1 0,-1 0 1,1-1-1,0 1 1,-1-1-1,2 2 0,7 3 48,-8-10-30,-3-3-203,7 9-268,-5-1 408,1 0 0,-1 1 0,1-1 0,0 0 0,-1 0 0,1 1 0,0-1 0,-1 0 1,1 0-1,0 0 0,-1 0 0,1 0 0,0 0 0,-1 0 0,1 0 0,0 0 1,-1 0-1,1 0 0,0-1 0,-1 1 0,1 0 0,-1 0 0,1-1 0,0 1 1,-1 0-1,1-1 0,-1 1 0,1-1 0,-1 1 0,2-1 0,39-68-4300,-3 16 1341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31T18:57:04.2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3134 192 3361,'20'44'1497,"-19"-44"-1476,0 0 1,0 0-1,0 0 0,0 0 0,0-1 0,0 1 0,0 0 0,-1 0 0,1-1 0,0 1 1,0-1-1,0 1 0,0-1 0,-1 1 0,1-1 0,0 0 0,-1 1 0,1-1 0,0 0 1,-1 1-1,1-1 0,-1 0 0,1 0 0,-1 1 0,1-1 0,-1-1 0,16-22 3107,-17 19-2789,-1 1-1,0 0 0,0-1 1,0 1-1,-1 0 0,1 0 1,-1 0-1,-3-4 0,-16-23 1025,20 28-1287,-1 0 0,1 0 0,-1 1 1,0-1-1,1 1 0,-1-1 0,0 1 0,0 0 0,-1 0 0,1 1 0,0-1 0,-1 1 0,-6-2 1,-56-13 69,38 10-44,-42-10 6,-1 4 0,-1 2 0,1 4 0,-1 3 0,0 3 0,-81 10 0,-302 19 132,167-15-164,209-5-91,-123 31 0,-26 4 48,84-30 3,-77 12 6,48-6-26,0-1-6,143-14-19,19-4 9,1 0 1,-1 1-1,1 0 1,0 1 0,0 0-1,0 0 1,0 1-1,0 1 1,1-1-1,-15 11 1,-44 32-34,48-33 18,-1 0-1,2 0 1,0 2 0,-22 23 0,-6 7 15,33-34-1,1 0 1,-20 24-1,32-34-1,0-1 0,0 1 1,0 0-1,0-1 0,0 1 0,1 0 0,-1 0 0,0 0 0,1-1 0,0 1 0,-1 0 0,1 0 0,0 0 0,0 0 1,0 0-1,0 0 0,0 0 0,1 0 0,-1-1 0,1 1 0,0 2 0,1 1-3,0-1 1,0 1-1,1-1 1,0 0-1,-1 0 0,2 0 1,-1 0-1,4 4 0,6 3-7,-1 0 0,2-1-1,-1-1 1,17 9 0,-9-7 18,1-2 1,0 0-1,1-2 0,0 0 0,0-1 1,0-2-1,43 4 0,12-6 10,83-7-1,-84 0-27,85 7 0,-144-1 12,110 10 16,161-8 0,-87-12-35,0 8-1,218 27 1,-314-16 4,0-6 0,0-4 0,165-21 0,-172 10 23,1 5 0,130 8 0,-169 1-6,0-4 0,73-9 0,118-30 10,117-10-1,-45 38-13,163-10-3,-297 10-7,142-14 20,117 1-9,-142 16 4,455-8 1,-708 17-4,458 40 3,-340-19-1,220-2 1,189 0 51,46-8 94,-132-24 190,-187 17-285,130-8 23,301-1-53,-584 10-21,219-6 15,-16-2-18,-267 5 12,523 3 10,-85-6-13,236 20-14,-700-17 10,0-3 1,129-19-1,-95 7-1,-82 11-3,0 0 1,-1-2-1,1 0 1,28-11-1,-39 13 0,0-1 0,-1 0-1,1 0 1,0-1 0,-1 0 0,0 0-1,0 0 1,0 0 0,0-1 0,-1 0 0,1 0-1,-1 0 1,-1 0 0,1-1 0,2-6-1,26-34-60,-29 43 50,1 0 1,-1-1-1,0 1 1,0-1 0,-1 0-1,1 1 1,-1-1-1,0 0 1,0-1-1,0 1 1,-1 0-1,1 0 1,-1-1-1,0 1 1,0-1-1,0 1 1,-1-1-1,0 0 1,0 1-1,-1-8 1,-1 5 7,0 0 0,-1 0 0,0-1 1,-1 2-1,0-1 0,0 0 0,0 1 0,-1 0 0,0 0 1,0 0-1,0 0 0,-1 1 0,0 0 0,0 0 0,0 1 1,-1-1-1,1 1 0,-1 1 0,0-1 0,0 1 0,-12-3 0,-14-4-3,-1 1 0,0 1-1,-47-3 1,79 11 6,-163-17-25,-72-10 41,57 8 0,105 14-28,5 0 14,0 3 0,-137 15 0,141-4 0,-1-3-1,1-2 0,-1-4 1,0-3-1,-89-14 0,88 4 13,-1 3 1,0 4-1,-1 2 0,-120 9 0,-248 4-26,319-12 17,-307 14 40,104 0-66,247-13 17,-109-18 0,116 10 12,-129-2-1,5 28-9,115-8 8,-91-1-1,-353-12-85,455 2 68,-67-11 0,-32-2 12,-88 12 11,-136-8-6,276 7-2,-120 12 0,-49-2 15,206-5-20,-149 18-1,-70 35 18,252-48-18,0-1 0,0-2 0,-1-2 0,1-2 0,-57-10 0,-86-3-3,-127 1 13,38 1-2,-128-16-25,250 13 47,-198 5 0,176 10-29,-222-30 1,63 2 2,231 25 8,-130 12 0,149-1-5,-382 21-29,-146-18 60,436 1-26,-253 48 0,-4 24-81,424-81 4,1 0 0,-1 0-1,1 1 1,0 0 0,0 0-1,0 0 1,-13 10 0,20-13 54,1 0 1,0 0 0,-1 0-1,1 0 1,0 0-1,-1 0 1,1 0 0,0 0-1,-1 0 1,1 1 0,0-1-1,0 0 1,-1 0 0,1 0-1,0 1 1,-1-1 0,1 0-1,0 0 1,0 1-1,0-1 1,-1 0 0,1 1-1,0-1 1,0 0 0,0 0-1,0 1 1,0-1 0,-1 0-1,1 1 1,0-1 0,0 0-1,0 1 1,0-1 0,0 0-1,0 1 1,0-1-1,0 0 1,0 1 0,0-1-1,1 0 1,-1 1 0,0-1-1,0 0 1,0 1 0,0-1-1,0 0 1,1 1 0,-1-1-1,0 0 1,0 0 0,0 1-1,1-1 1,-1 0-1,0 0 1,1 1 0,26 2-1006,-13-4 358,0-1 1,0 0 0,18-6 0,64-27-1959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31T18:57:07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2456 1023 1880,'1'9'4459,"7"-13"-2862,-8 3-1458,1 0 1,-1 1 0,0-1 0,1 1 0,-1 0 0,1-1 0,-1 1 0,1-1 0,-1 1 0,1 0 0,-1-1 0,1 1-1,0 0 1,-1-1 0,1 1 0,-1 0 0,1 0 0,0 0 0,-1 0 0,1 0 0,0-1 0,-1 1 0,1 0 0,-1 0-1,1 1 1,0-1 0,0 0 0,3 2-55,-1-1-1,0 1 0,1-1 1,0 0-1,-1 0 1,1 0-1,0-1 1,-1 1-1,1-1 0,0 0 1,0 0-1,0 0 1,-1 0-1,1-1 0,0 1 1,-1-1-1,1 0 1,0 0-1,5-3 1,12 7 91,-13 1-145,-12-5-37,2 3 312,12-3 197,-18 2-37,6-1-256,5-1 199,-47-3-215,34 5-189,3 1-1,0-1-1,0 0 1,0-1-1,0 1 1,0-1 0,0-1-1,0 1 1,0-1-1,0-1 1,0 1-1,0-1 1,1 0 0,-8-4-1,2 2 1,0 0-1,0 1 1,0 1-1,0 0 0,0 0 1,-1 2-1,1-1 1,-15 2-1,13 0-1,-1-1 0,1-1-1,-1 0 1,1-1 0,-16-4-1,-4-5 25,1-2-1,0-1 0,-55-34 0,-79-67 158,3 1-89,109 84-85,-2 2 0,-83-28 1,-25-12 6,103 31-12,47 27-3,-1 0-1,1 1 1,-20-7-1,7 3-6,-50-28 0,1-1 4,32 25 1,0 2 0,-1 2-1,-1 2 1,0 3 0,-52-4 0,29 3 17,41 3-13,1-2-1,0 0 1,0-2 0,1 0-1,0-2 1,-38-24-1,48 27 1,4 2 31,0 1-1,0 0 0,-1 1 0,0 1 1,0 0-1,0 0 0,0 2 0,-1 0 0,1 0 1,-21 2-1,30-1-21,1 1 0,-1-1-1,1 0 1,0 0 0,0 0 0,0 0 0,-1-1-1,1 1 1,0-1 0,1 0 0,-1-1 0,0 1-1,1-1 1,-6-4 0,-41-44 163,50 51-182,0 0 0,0 0 0,-1-1 0,1 1-1,0 0 1,0 0 0,0 0 0,0 0 0,0 0 0,-1-1 0,1 1 0,0 0 0,0 0-1,0 0 1,0-1 0,0 1 0,0 0 0,0 0 0,0 0 0,0-1 0,0 1-1,0 0 1,0 0 0,0 0 0,0-1 0,0 1 0,0 0 0,0 0 0,0 0 0,0-1-1,0 1 1,0 0 0,0 0 0,0 0 0,0-1 0,0 1 0,0 0 0,1 0 0,-1 0-1,0-1 1,0 1 0,0 0 0,0 0 0,0 0 0,1 0 0,-1 0 0,0-1 0,0 1-1,0 0 1,1 0 0,-1 0 0,0 0 0,0 0 0,0 0 0,1 0 0,-1 0 0,0 0-1,0 0 1,1 0 0,18-1-621,116 11-3900,-6-4 1320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31T18:57:09.8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276 234 1856,'1'1'203,"0"0"-1,0 0 0,1 0 1,-1 0-1,0 0 1,0-1-1,0 1 0,1 0 1,-1-1-1,0 1 0,1 0 1,-1-1-1,1 0 0,-1 1 1,1-1-1,-1 0 1,1 0-1,-1 1 0,1-1 1,-1-1-1,1 1 0,-1 0 1,1 0-1,-1 0 0,2-1 1,10 0 2070,-9-4-1351,12-12 76,-16 17-981,0 0 0,0 0-1,0 0 1,0 1 0,0-1 0,0 0 0,0 0-1,0 0 1,0 1 0,0-1 0,0 0-1,0 0 1,0 0 0,1 1 0,-1-1-1,0 0 1,0 0 0,0 0 0,0 0-1,0 1 1,1-1 0,-1 0 0,0 0 0,0 0-1,0 0 1,0 0 0,1 0 0,-1 1-1,0-1 1,0 0 0,0 0 0,1 0-1,-1 0 1,0 0 0,0 0 0,0 0-1,1 0 1,-1 0 0,0 0 0,0 0 0,0 0-1,1 0 1,-1 0 0,0 0 0,0 0-1,0 0 1,1 0 0,-1 0 0,0-1-1,0 1 1,0 0 0,1 0 0,-1 0 0,0 0-1,0 0 1,0 0 0,0-1 0,0 1-1,1 0 1,-1 0 0,0 0 0,0 0-1,0-1 1,0 1 0,0 0 0,0 0-1,0 0 1,0-1 0,5 21 344,-6-19 201,-11-5-210,3-1-331,-1-2 0,1 1-1,0-1 1,1-1 0,-1 1 0,-12-17 0,-21-18-20,10 15 7,-42-27 1,62 46 5,0 1-1,-1 0 0,0 1 0,-1 0 1,0 0-1,-27-6 0,37 17 148,9 9 104,8 9-39,0-12-142,1-1 0,1 0-1,-1-1 1,1-1-1,1 0 1,0-1 0,33 9-1,-24-7-59,-1 1 0,34 18 0,-44-20-15,0 2 0,0 0 1,-1 0-1,13 15 0,-21-20 13,5 5 167,-15-11 72,-35-7-30,37 8-148,1 1 0,0 0-1,0 0 1,-1 0 0,1 0-1,0 0 1,0 1 0,0-1-1,0 1 1,0-1 0,1 1-1,-1 0 1,0-1 0,1 1 0,-1 0-1,-2 4 1,-29 48-234,13-22 208,-68 72 88,56-69-1059,-32 45 0,64-80 873,0 0 0,0 0 0,0 0 0,0 0 0,0-1 0,0 1 0,0 0-1,-1 0 1,1 0 0,0 0 0,0 0 0,0 0 0,0 0 0,0 0 0,0 0-1,0 0 1,-1 0 0,1 0 0,0 0 0,0 0 0,0 0 0,0 0 0,0 0-1,-1 0 1,1 0 0,0 0 0,0 0 0,0 0 0,0 0 0,0 0 0,0 0-1,-1 0 1,1 0 0,0 0 0,0 0 0,0 0 0,0 0 0,0 0 0,0 0-1,0 0 1,0 1 0,-1-1 0,1 0 0,0 0 0,0 0 0,0 0 0,0 0-1,0 0 1,0 0 0,0 1 0,0-1 0,0 0 0,2-20-1580,-1 10 831,8-49-2357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31T18:57:04.2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3134 192 3361,'20'44'1497,"-19"-44"-1476,0 0 1,0 0-1,0 0 0,0 0 0,0-1 0,0 1 0,0 0 0,-1 0 0,1-1 0,0 1 1,0-1-1,0 1 0,0-1 0,-1 1 0,1-1 0,0 0 0,-1 1 0,1-1 0,0 0 1,-1 1-1,1-1 0,-1 0 0,1 0 0,-1 1 0,1-1 0,-1-1 0,16-22 3107,-17 19-2789,-1 1-1,0 0 0,0-1 1,0 1-1,-1 0 0,1 0 1,-1 0-1,-3-4 0,-16-23 1025,20 28-1287,-1 0 0,1 0 0,-1 1 1,0-1-1,1 1 0,-1-1 0,0 1 0,0 0 0,-1 0 0,1 1 0,0-1 0,-1 1 0,-6-2 1,-56-13 69,38 10-44,-42-10 6,-1 4 0,-1 2 0,1 4 0,-1 3 0,0 3 0,-81 10 0,-302 19 132,167-15-164,209-5-91,-123 31 0,-26 4 48,84-30 3,-77 12 6,48-6-26,0-1-6,143-14-19,19-4 9,1 0 1,-1 1-1,1 0 1,0 1 0,0 0-1,0 0 1,0 1-1,0 1 1,1-1-1,-15 11 1,-44 32-34,48-33 18,-1 0-1,2 0 1,0 2 0,-22 23 0,-6 7 15,33-34-1,1 0 1,-20 24-1,32-34-1,0-1 0,0 1 1,0 0-1,0-1 0,0 1 0,1 0 0,-1 0 0,0 0 0,1-1 0,0 1 0,-1 0 0,1 0 0,0 0 0,0 0 1,0 0-1,0 0 0,0 0 0,1 0 0,-1-1 0,1 1 0,0 2 0,1 1-3,0-1 1,0 1-1,1-1 1,0 0-1,-1 0 0,2 0 1,-1 0-1,4 4 0,6 3-7,-1 0 0,2-1-1,-1-1 1,17 9 0,-9-7 18,1-2 1,0 0-1,1-2 0,0 0 0,0-1 1,0-2-1,43 4 0,12-6 10,83-7-1,-84 0-27,85 7 0,-144-1 12,110 10 16,161-8 0,-87-12-35,0 8-1,218 27 1,-314-16 4,0-6 0,0-4 0,165-21 0,-172 10 23,1 5 0,130 8 0,-169 1-6,0-4 0,73-9 0,118-30 10,117-10-1,-45 38-13,163-10-3,-297 10-7,142-14 20,117 1-9,-142 16 4,455-8 1,-708 17-4,458 40 3,-340-19-1,220-2 1,189 0 51,46-8 94,-132-24 190,-187 17-285,130-8 23,301-1-53,-584 10-21,219-6 15,-16-2-18,-267 5 12,523 3 10,-85-6-13,236 20-14,-700-17 10,0-3 1,129-19-1,-95 7-1,-82 11-3,0 0 1,-1-2-1,1 0 1,28-11-1,-39 13 0,0-1 0,-1 0-1,1 0 1,0-1 0,-1 0 0,0 0-1,0 0 1,0 0 0,0-1 0,-1 0 0,1 0-1,-1 0 1,-1 0 0,1-1 0,2-6-1,26-34-60,-29 43 50,1 0 1,-1-1-1,0 1 1,0-1 0,-1 0-1,1 1 1,-1-1-1,0 0 1,0-1-1,0 1 1,-1 0-1,1 0 1,-1-1-1,0 1 1,0-1-1,0 1 1,-1-1-1,0 0 1,0 1-1,-1-8 1,-1 5 7,0 0 0,-1 0 0,0-1 1,-1 2-1,0-1 0,0 0 0,0 1 0,-1 0 0,0 0 1,0 0-1,0 0 0,-1 1 0,0 0 0,0 0 0,0 1 1,-1-1-1,1 1 0,-1 1 0,0-1 0,0 1 0,-12-3 0,-14-4-3,-1 1 0,0 1-1,-47-3 1,79 11 6,-163-17-25,-72-10 41,57 8 0,105 14-28,5 0 14,0 3 0,-137 15 0,141-4 0,-1-3-1,1-2 0,-1-4 1,0-3-1,-89-14 0,88 4 13,-1 3 1,0 4-1,-1 2 0,-120 9 0,-248 4-26,319-12 17,-307 14 40,104 0-66,247-13 17,-109-18 0,116 10 12,-129-2-1,5 28-9,115-8 8,-91-1-1,-353-12-85,455 2 68,-67-11 0,-32-2 12,-88 12 11,-136-8-6,276 7-2,-120 12 0,-49-2 15,206-5-20,-149 18-1,-70 35 18,252-48-18,0-1 0,0-2 0,-1-2 0,1-2 0,-57-10 0,-86-3-3,-127 1 13,38 1-2,-128-16-25,250 13 47,-198 5 0,176 10-29,-222-30 1,63 2 2,231 25 8,-130 12 0,149-1-5,-382 21-29,-146-18 60,436 1-26,-253 48 0,-4 24-81,424-81 4,1 0 0,-1 0-1,1 1 1,0 0 0,0 0-1,0 0 1,-13 10 0,20-13 54,1 0 1,0 0 0,-1 0-1,1 0 1,0 0-1,-1 0 1,1 0 0,0 0-1,-1 0 1,1 1 0,0-1-1,0 0 1,-1 0 0,1 0-1,0 1 1,-1-1 0,1 0-1,0 0 1,0 1-1,0-1 1,-1 0 0,1 1-1,0-1 1,0 0 0,0 0-1,0 1 1,0-1 0,-1 0-1,1 1 1,0-1 0,0 0-1,0 1 1,0-1 0,0 0-1,0 1 1,0-1-1,0 0 1,0 1 0,0-1-1,1 0 1,-1 1 0,0-1-1,0 0 1,0 1 0,0-1-1,0 0 1,1 1 0,-1-1-1,0 0 1,0 0 0,0 1-1,1-1 1,-1 0-1,0 0 1,1 1 0,26 2-1006,-13-4 358,0-1 1,0 0 0,18-6 0,64-27-1959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31T18:57:07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2456 1023 1880,'1'9'4459,"7"-13"-2862,-8 3-1458,1 0 1,-1 1 0,0-1 0,1 1 0,-1 0 0,1-1 0,-1 1 0,1-1 0,-1 1 0,1 0 0,-1-1 0,1 1-1,0 0 1,-1-1 0,1 1 0,-1 0 0,1 0 0,0 0 0,-1 0 0,1 0 0,0-1 0,-1 1 0,1 0 0,-1 0-1,1 1 1,0-1 0,0 0 0,3 2-55,-1-1-1,0 1 0,1-1 1,0 0-1,-1 0 1,1 0-1,0-1 1,-1 1-1,1-1 0,0 0 1,0 0-1,0 0 1,-1 0-1,1-1 0,0 1 1,-1-1-1,1 0 1,0 0-1,5-3 1,12 7 91,-13 1-145,-12-5-37,2 3 312,12-3 197,-18 2-37,6-1-256,5-1 199,-47-3-215,34 5-189,3 1-1,0-1-1,0 0 1,0-1-1,0 1 1,0-1 0,0-1-1,0 1 1,0-1-1,0-1 1,0 1-1,0-1 1,1 0 0,-8-4-1,2 2 1,0 0-1,0 1 1,0 1-1,0 0 0,0 0 1,-1 2-1,1-1 1,-15 2-1,13 0-1,-1-1 0,1-1-1,-1 0 1,1-1 0,-16-4-1,-4-5 25,1-2-1,0-1 0,-55-34 0,-79-67 158,3 1-89,109 84-85,-2 2 0,-83-28 1,-25-12 6,103 31-12,47 27-3,-1 0-1,1 1 1,-20-7-1,7 3-6,-50-28 0,1-1 4,32 25 1,0 2 0,-1 2-1,-1 2 1,0 3 0,-52-4 0,29 3 17,41 3-13,1-2-1,0 0 1,0-2 0,1 0-1,0-2 1,-38-24-1,48 27 1,4 2 31,0 1-1,0 0 0,-1 1 0,0 1 1,0 0-1,0 0 0,0 2 0,-1 0 0,1 0 1,-21 2-1,30-1-21,1 1 0,-1-1-1,1 0 1,0 0 0,0 0 0,0 0 0,-1-1-1,1 1 1,0-1 0,1 0 0,-1-1 0,0 1-1,1-1 1,-6-4 0,-41-44 163,50 51-182,0 0 0,0 0 0,-1-1 0,1 1-1,0 0 1,0 0 0,0 0 0,0 0 0,0 0 0,-1-1 0,1 1 0,0 0 0,0 0-1,0 0 1,0-1 0,0 1 0,0 0 0,0 0 0,0 0 0,0-1 0,0 1-1,0 0 1,0 0 0,0 0 0,0-1 0,0 1 0,0 0 0,0 0 0,0 0 0,0-1-1,0 1 1,0 0 0,0 0 0,0 0 0,0-1 0,0 1 0,0 0 0,1 0 0,-1 0-1,0-1 1,0 1 0,0 0 0,0 0 0,0 0 0,1 0 0,-1 0 0,0-1 0,0 1-1,0 0 1,1 0 0,-1 0 0,0 0 0,0 0 0,0 0 0,1 0 0,-1 0 0,0 0-1,0 0 1,1 0 0,18-1-621,116 11-3900,-6-4 1320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31T18:57:09.8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276 234 1856,'1'1'203,"0"0"-1,0 0 0,1 0 1,-1 0-1,0 0 1,0-1-1,0 1 0,1 0 1,-1-1-1,0 1 0,1 0 1,-1-1-1,1 0 0,-1 1 1,1-1-1,-1 0 1,1 0-1,-1 1 0,1-1 1,-1-1-1,1 1 0,-1 0 1,1 0-1,-1 0 0,2-1 1,10 0 2070,-9-4-1351,12-12 76,-16 17-981,0 0 0,0 0-1,0 0 1,0 1 0,0-1 0,0 0 0,0 0-1,0 0 1,0 1 0,0-1 0,0 0-1,0 0 1,0 0 0,1 1 0,-1-1-1,0 0 1,0 0 0,0 0 0,0 0-1,0 1 1,1-1 0,-1 0 0,0 0 0,0 0-1,0 0 1,0 0 0,1 0 0,-1 1-1,0-1 1,0 0 0,0 0 0,1 0-1,-1 0 1,0 0 0,0 0 0,0 0-1,1 0 1,-1 0 0,0 0 0,0 0 0,0 0-1,1 0 1,-1 0 0,0 0 0,0 0-1,0 0 1,1 0 0,-1 0 0,0-1-1,0 1 1,0 0 0,1 0 0,-1 0 0,0 0-1,0 0 1,0 0 0,0-1 0,0 1-1,1 0 1,-1 0 0,0 0 0,0 0-1,0-1 1,0 1 0,0 0 0,0 0-1,0 0 1,0-1 0,5 21 344,-6-19 201,-11-5-210,3-1-331,-1-2 0,1 1-1,0-1 1,1-1 0,-1 1 0,-12-17 0,-21-18-20,10 15 7,-42-27 1,62 46 5,0 1-1,-1 0 0,0 1 0,-1 0 1,0 0-1,-27-6 0,37 17 148,9 9 104,8 9-39,0-12-142,1-1 0,1 0-1,-1-1 1,1-1-1,1 0 1,0-1 0,33 9-1,-24-7-59,-1 1 0,34 18 0,-44-20-15,0 2 0,0 0 1,-1 0-1,13 15 0,-21-20 13,5 5 167,-15-11 72,-35-7-30,37 8-148,1 1 0,0 0-1,0 0 1,-1 0 0,1 0-1,0 0 1,0 1 0,0-1-1,0 1 1,0-1 0,1 1-1,-1 0 1,0-1 0,1 1 0,-1 0-1,-2 4 1,-29 48-234,13-22 208,-68 72 88,56-69-1059,-32 45 0,64-80 873,0 0 0,0 0 0,0 0 0,0 0 0,0-1 0,0 1 0,0 0-1,-1 0 1,1 0 0,0 0 0,0 0 0,0 0 0,0 0 0,0 0 0,0 0-1,0 0 1,-1 0 0,1 0 0,0 0 0,0 0 0,0 0 0,0 0 0,0 0-1,-1 0 1,1 0 0,0 0 0,0 0 0,0 0 0,0 0 0,0 0 0,0 0-1,-1 0 1,1 0 0,0 0 0,0 0 0,0 0 0,0 0 0,0 0 0,0 0-1,0 0 1,0 1 0,-1-1 0,1 0 0,0 0 0,0 0 0,0 0 0,0 0-1,0 0 1,0 0 0,0 1 0,0-1 0,0 0 0,2-20-1580,-1 10 831,8-49-2357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31T18:57:21.3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1092 547 7218,'0'-6'3639,"9"2"-2339,-8 4-1279,-1-1 0,1 1 0,0 0 0,-1 0 0,1 0 0,-1 0 0,1 0 0,0-1 0,-1 1 0,1 0 0,-1-1 0,1 1 0,-1 0 0,1-1 0,-1 1 0,1 0 0,-1-1 0,0 1 0,1-1 0,-1 1 0,1-1 0,-1 1 0,0-1 0,0 1 0,1-1 0,-1 0 0,0 1 0,0-1 0,1 1 0,-1-1 0,0 0 0,0 1 0,0-1 0,0 1 0,0-2 0,0-4 83,0 0 0,1 0-1,0 0 1,0-1-1,0 1 1,1 0 0,0 0-1,4-9 1,5-19 360,-8 21-417,0-1-1,-1 0 1,-1 1 0,0-1 0,-1 0 0,0 0-1,-1 0 1,-1 1 0,0-1 0,-1 1 0,-1-1-1,-5-13 1,5 17-49,-1 0 0,-1 1 0,1 0 0,-2 0 0,1 0 1,-1 0-1,0 1 0,-1 1 0,0-1 0,0 1 0,-1 0 0,0 1 0,0 0 0,0 0 0,-19-7 0,-22-10-2,-2 3-1,0 1 0,-75-15 1,108 32 6,-1 2 1,1 0 0,0 1 0,-1 0-1,1 2 1,-30 8 0,9-3 0,12-3 3,0 2-1,0 1 0,1 1 1,-48 23-1,58-23 1,1 1 0,0 0 0,1 1 0,0 0 0,1 1 0,0 1 0,1 0 0,-16 21 1,14-13-1,1 1 0,1 0 0,0 1 0,2 0 0,1 1 0,-15 49 0,4-6 0,14-48 24,0 1 1,2 0-1,0 0 1,1 1-1,-2 38 0,-2 65 3,4-95-31,1 1 0,2 0-1,1-1 1,1 1 0,7 40 0,3-14 30,-8-32-19,1 0 0,2-1-1,0 1 1,1-1-1,1 0 1,2 0-1,0-1 1,16 25 0,-20-40 7,0 0 0,0-1 0,0 0 0,1-1 1,-1 1-1,1-1 0,1-1 0,10 6 0,69 27-6,-20-10 21,-42-15-24,0-1 0,1-1 0,27 6 0,-40-13 3,0-1 0,0 0 0,0-1 0,0 0 0,0-1 0,0 0 0,0-1 0,19-4 0,19-4 32,-34 6-38,0 0 1,0 0-1,0-2 0,23-9 1,-24 7 7,0 1 0,0 1 0,21-4 1,-21 6 46,-1-1 0,0 0 0,22-10 0,134-65 105,-153 69-149,0-1 1,0 0-1,-1-1 0,0-1 1,-1 0-1,-1-2 0,0 1 0,-1-2 1,-1 0-1,0-1 0,-1 0 1,-1-1-1,0 0 0,-2 0 0,15-40 1,-10 19-92,-2-1 0,-2-1 0,-2 0 0,-1 0 0,-2 0 0,-2-1 0,-2-47 0,-6 4-1355,-4-1-1,-4 1 1,-41-149-1,17 113-1071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31T18:57:26.0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1735 2304,'3'16'9601,"-1"-15"-9393,-1-1-1,0 0 1,0 0 0,0 0-1,1 0 1,-1-1 0,0 1-1,0 0 1,0 0 0,0-1-1,1 1 1,-1-1-1,0 1 1,0-1 0,0 1-1,0-1 1,0 0 0,0 1-1,0-1 1,-1 0-1,1 0 1,0 0 0,0 0-1,0-1 1,33-34 388,-13 13-129,-19 21-452,1-1 1,-1 0 0,0 0 0,0 0 0,0-1-1,0 1 1,0 0 0,1-7 0,-2 7 2,1-1 1,-1 1-1,0 0 1,1 0-1,0 0 1,0 0-1,0 0 1,0 0-1,0 1 0,4-4 1,5-23 93,-5 22-52,-1 0 0,0 0 0,-1 0 0,1 0 0,-2-1 0,7-14 1,14-26 337,-4 18-293,1 1 0,1 1 0,1 1-1,2 1 1,34-29 0,108-61 66,-43 33-160,-39 24 0,57-45 18,-114 82-26,1 1 0,0 1-1,2 2 1,45-21 0,140-46-26,-63 27 21,-42 15 1,55-26-22,27-11 17,-152 65 5,110-38 4,-71 28 0,88-44-1,-89 33-19,0 3-1,157-42 0,-105 41 22,-32 6-16,1 5 0,136-14 0,-101 25 9,-51 2 3,1 4-1,132 8 0,244 32-25,-387-26 19,0 3 0,141 42 0,348 144 3,-161-15-27,-326-151 39,3-3 1,132 30-1,-55-18-27,-90-25 19,123 12 1,-78-13 11,-41-1-14,100 33-1,15 3-9,64 10 20,-68-15 0,-72-18-7,4 2 4,1-6 0,146 11 1,-211-33 8,-1-3 1,87-15-1,32-4 23,-125 20-30,-1-2 0,66-16 0,-87 15 11,0-1 0,-1-1-1,0-1 1,0-1 0,-1-1-1,0 0 1,21-17 0,-17 12 0,1 2 1,0 0 0,29-12-1,-29 15-22,0-1-1,0-2 0,35-25 1,-19 6 27,2 2 0,83-48 0,-106 67-14,0-1-1,30-25 1,-11 8 8,-28 22-14,0-1 0,-1 0 0,0 0 1,0-1-1,-1 0 0,0-1 0,-1 1 1,0-1-1,0-1 0,-1 1 0,4-12 0,27-50 5,-29 60-13,-1 1-1,1-1 1,-2 0-1,0-1 1,6-19-1,-10 28 7,0 1 1,1-1-1,-1 1 0,1 0 1,0 0-1,0 0 0,0 0 1,0 0-1,1 0 0,-1 1 1,1-1-1,3-2 0,-3 3-3,0-1 0,0 0 0,0 0 0,0 0 0,-1-1-1,0 1 1,4-7 0,-4 7 1,-1 1 0,1 0 1,0 0-1,-1 0 0,1 0 0,0 0 0,0 1 0,0-1 1,0 0-1,1 1 0,-1-1 0,4-1 0,20-16 4,-25 16-3,1 1-1,-1 0 1,1-1-1,0 1 0,0 0 1,0 0-1,0 0 1,0 0-1,0 1 1,0-1-1,1 0 1,-1 1-1,1 0 1,-1 0-1,1-1 1,0 1-1,-1 1 1,1-1-1,0 0 1,5 0-1,1-1 0,-8 2 1,0 0 0,0 0 0,0 0-1,0 0 1,0-1 0,-1 1 0,1 0 0,0 0-1,0-1 1,0 1 0,0-1 0,0 1 0,-1-1 0,1 1-1,0-1 1,0 0 0,-1 1 0,1-1 0,0 0-1,-1 1 1,1-1 0,-1 0 0,1 0 0,-1 0 0,1 0-1,-1 1 1,0-1 0,1 0 0,-1 0 0,0 0-1,0 0 1,0 0 0,1 0 0,-1 0 0,0 0 0,-1-2-1,-4 9-158,-14-5 43,-43-5-16,-10 0 90,49 6 24,-1-1-1,1-1 1,0-1-1,-1-1 1,-44-11-1,60 11 25,-1 0-1,0 1 1,0 0 0,0 1-1,1 0 1,-1 0-1,0 0 1,0 1-1,0 1 1,-8 2 0,16-4-6,1 0 1,-1 0 0,1 0 0,-1 0-1,1 0 1,0 0 0,-1 0 0,1 1-1,-1-1 1,1 0 0,0 0 0,-1 0-1,1 1 1,-1-1 0,1 0 0,0 0-1,-1 1 1,1-1 0,0 0 0,0 1-1,-1-1 1,1 0 0,0 1 0,0-1-1,-1 1 1,1-1 0,0 0 0,0 1-1,0-1 1,0 1 0,0-1-1,0 1 1,0-1 0,0 0 0,0 1-1,0-1 1,0 1 0,0-1 0,0 1-1,0-1 1,0 1 0,0-1 0,0 1-1,1 0 1,0 0-1,0-1 0,0 1 0,0 0 0,0 0 0,0-1 0,0 1 0,0 0 0,0-1 0,0 1 0,0-1 0,0 0 0,0 1 0,0-1 0,1 0 0,-1 1 0,2-1 0,27 2 16,-1-1 0,1-1 1,0-1-1,33-7 0,-56 8-17,0 0-1,-1 0 0,1 0 0,-1 1 1,1 0-1,-1 0 0,1 1 0,-1-1 1,1 1-1,10 6 0,-10-5 2,0 0-1,0-1 0,0 0 0,0 0 1,1 0-1,13 0 0,37-10-4,-57 9 2,0 0 0,-1 0 0,1 0 0,-1 1 0,0-1 1,1 0-1,-1 1 0,0-1 0,0 0 0,0 1 0,0-1 0,0 0 0,0 1 0,0-1 1,0 0-1,-1 1 0,1-1 0,-1 0 0,1 1 0,-1 1 0,-12 47-7,9-36 6,-6 25-50,1 0 0,2 1 0,1 0 0,3 0 0,2 64 0,1-103-12,0 0-1,0-1 0,0 1 1,0-1-1,0 1 1,0 0-1,0-1 0,0 1 1,0 0-1,1-1 0,-1 1 1,0-1-1,1 1 1,-1 0-1,0-1 0,1 1 1,-1-1-1,0 1 0,1-1 1,-1 1-1,1-1 1,-1 0-1,1 1 0,-1-1 1,1 1-1,0-1 1,-1 0-1,1 0 0,-1 1 1,1-1-1,0 0 0,21-8-2187,17-29-2191,5-23-39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31T18:57:41.8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665 307 3201,'12'-22'2235,"-7"15"-1848,-1 0 0,-1 0 1,1 0-1,-1-1 0,-1 1 0,4-11 0,-6 16-304,0 0-1,0 1 0,0-1 1,0 0-1,0 1 0,-1-1 1,1 0-1,0 1 1,-1-1-1,1 0 0,-1 1 1,0-1-1,1 1 0,-1-1 1,0 1-1,0 0 1,0-1-1,0 1 0,0 0 1,0-1-1,-1 1 0,1 0 1,0 0-1,-1 0 1,1 0-1,0 0 0,-1 0 1,1 1-1,-1-1 0,0 0 1,1 1-1,-1-1 1,1 1-1,-1 0 0,-2-1 1,-5-3-67,-1 0 1,1-1 0,0 0 0,1 0 0,-1-1-1,1-1 1,0 1 0,0-1 0,-7-9-1,5 6 12,0 0 0,-1 1 0,-1 0 0,-16-10-1,7 9-8,0 1 0,-1 1 0,-1 0 0,1 2 0,-1 1 0,0 1-1,0 0 1,-1 2 0,1 1 0,0 1 0,-1 0 0,1 2 0,-27 6-1,44-7-5,0 1 0,0-1 0,0 2 0,0-1-1,0 1 1,1-1 0,0 1 0,-1 1-1,1-1 1,0 1 0,1 0 0,-1 0-1,1 1 1,0-1 0,0 1 0,0 0 0,0 0-1,1 0 1,-4 7 0,-1 8 18,0 0-1,1 0 1,1 1 0,-4 24-1,-1 0-24,8-23 29,0 1-1,2 1 1,0-1-1,1 0 1,2 0-1,5 31 1,2 29 110,-7-41 7,15 84 0,-15-121-136,-1 0 0,1-1 0,1 1 0,-1-1 0,0 0 0,1 0 0,0 0 0,0 0 0,0 0 0,1 0 0,-1-1 0,1 0 0,0 1 0,0-1 0,0-1 0,0 1 0,0-1 0,1 1 0,-1-1 0,1-1 0,0 1 0,-1 0 0,1-1 0,6 1 0,14 2 77,0 0-1,1-2 0,35-1 1,-35 0-16,-24-1-78,52 1 143,0-2 0,65-9 0,-103 8-104,0-1 1,0-1 0,-1-1-1,0 0 1,0-1 0,0 0-1,0-1 1,-1-1-1,0 0 1,-1-1 0,0-1-1,12-11 1,-5 3 18,-1-2 0,-1 0 0,21-31 0,-33 42-59,-1-1 0,0 1 0,0-1 0,-1 0 0,-1-1 0,1 1 1,-2 0-1,1-1 0,-2 0 0,1 1 0,-1-17 0,-1 20-106,1 0 0,-1 1 0,0-1 0,-1 0-1,0 0 1,0 0 0,0 1 0,-1-1 0,0 1 0,0-1 0,-1 1-1,1 0 1,-2 0 0,1 0 0,-1 0 0,1 0 0,-1 1 0,-1-1-1,1 1 1,-1 0 0,-7-5 0,-11-12-2309,5-8-16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31T18:57:43.1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0 250 4649,'7'-5'2216,"-2"-8"49,4 3-1153,0-1-240,-1 3-368,2-9-79,-1 2-89,5 9-72,2-4-16,7 0-56,-3 0-16,9 7-72,7-12 24,-18 7-136,0 2-488,61-24-128,26-3-2097,10-6 369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31T18:57:43.4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3169,'20'5'3056,"8"5"-855,-4-4-321,6 4-1472,1 1-752,3-2-1856,-2-8 295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31T18:57:43.7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1 290 3929,'14'7'3409,"11"-4"-833,-5-4-527,7 2-1201,-4-2-928,13-4-384,-6-4-161,13-7-1911,-11-5-113,14-5-439</inkml:trace>
  <inkml:trace contextRef="#ctx0" brushRef="#br0" timeOffset="1">884 0 3913,'27'5'3153,"-1"-5"-689,3-3-368,4 8-1711,-2-4-489,-1 4-217,6 2-247,-3-1-152,0-6-1664,-1 0 495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31T18:57:44.1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6441,'18'0'2361,"7"3"119,-1 3-1751,6 6-585,-5-4-360,6 5-233,-5-6-71,2-11-288,-2 0 8,8-6-1424,-4-7 303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31T18:57:44.4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72 2681,'17'3'2472,"7"2"-632,4 0-423,-1-6-713,-6-3-560,0-1-136,-6-3-72,6 2-136,-8-7-64,4-7-792,-2 5-761,6 2-23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31T18:57:45.1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1 190 3393,'67'16'5199,"-6"-2"-3563,-58-13-1586,0-1 1,0 1-1,1 0 1,-1-1 0,0 0-1,0 0 1,1 0 0,-1 0-1,0-1 1,1 1 0,-1-1-1,0 0 1,0 0 0,0 0-1,0 0 1,1 0 0,2-3-1,2-1 8,0 0-1,-1-1 1,0 0-1,9-9 0,-14 13-48,0 1 0,0 0 0,0-1 0,0 1-1,0 0 1,0 0 0,0 1 0,0-1-1,0 0 1,0 1 0,1-1 0,-1 1-1,0 0 1,0-1 0,1 1 0,1 1-1,45 4 42,-5 0-5,2-9 414,-28 1-46,-18 3-407,0 0 0,0 0 0,0 0 0,0 0 0,0 0 0,-1 0-1,1 0 1,0 0 0,0 0 0,0 0 0,0 0 0,0 0 0,0 0 0,0-1 0,0 1 0,0 0 0,-1 0 0,1 0 0,0 0 0,0 0 0,0 0 0,0 0 0,0 0 0,0 0-1,0 0 1,0-1 0,0 1 0,0 0 0,0 0 0,0 0 0,0 0 0,0 0 0,0 0 0,0 0 0,0 0 0,0-1 0,0 1 0,0 0 0,0 0 0,0 0 0,0 0 0,0 0 0,0 0-1,0-1 1,-4 0-1,0-1 0,1 0 0,-1-1 0,0 1 0,1 0 0,0-1 0,-1 0-1,1 0 1,-4-5 0,-14-11 5,-17-14 57,32 27-48,-1-1 1,0 1-1,0 0 1,-1 1-1,1 0 1,-1 0-1,0 0 1,-1 1-1,-12-5 0,7 10 31,14 0-49,0-1 1,-1 0 0,1 0 0,0 0 0,-1 0 0,1 1 0,0-1-1,-1 0 1,1 0 0,-1 0 0,1 0 0,0 0 0,-1 0 0,1 0 0,0 0-1,-1 0 1,1 0 0,-1 0 0,1 0 0,0 0 0,-1 0 0,1 0-1,0-1 1,-1 1 0,1 0 0,0 0 0,-1 0 0,1 0 0,0-1-1,-1 1 1,1 0 0,0 0 0,-1-1 0,1 1 0,0 0 0,0-1-1,0 1 1,-1 0 0,1-1 0,0 1 0,0 0 0,0-1 0,0 1-1,-1 0 1,1-1 0,0 1 0,0 0 0,0-1 0,0 1 0,0-1 0,0 1-1,0 0 1,0-1 0,0 1 0,0-1 0,-2-5 125,-5-3-94,49 32 24,44 26-29,115 46 0,-116-75-2,-84-20-21,0 1 0,0-1 0,0 1 0,0-1 0,0 1 1,-1 0-1,1-1 0,0 1 0,0 0 0,-1 0 0,1-1 1,0 1-1,-1 0 0,1 0 0,0 0 0,-1 0 0,0 0 0,1 0 1,-1 0-1,1 0 0,-1 0 0,0 0 0,0 0 0,0 0 1,0 0-1,1 0 0,-1 0 0,-1 0 0,1 0 0,0 0 1,0 0-1,0 1 0,0-1 0,-1 0 0,1 0 0,-1 0 1,1 0-1,0-1 0,-1 1 0,0 0 0,1 0 0,-1 0 1,-1 1-1,-32 43 169,29-40-145,-12 11 15,0 1-1,-24 15 0,20-16-10,-36 36 0,52-47-151,0 1 0,1-1 1,0 1-1,0 0 0,0 0 0,1 0 1,0 1-1,0-1 0,1 1 0,-1 0 1,-1 12-1,3-17-42,1-1 0,0 1 0,0-1 1,0 1-1,0-1 0,0 1 0,0-1 1,1 1-1,-1-1 0,0 1 0,1-1 1,-1 1-1,1-1 0,1 3 0,18 11-2292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C0B473-66AF-4501-B68D-69B01F534741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A4D43C-C075-40E4-B202-1E11F8FC7F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373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Webscraping</a:t>
            </a:r>
            <a:r>
              <a:rPr lang="en-US" dirty="0"/>
              <a:t> in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D8BA0B-055C-4376-A20D-C727A818B55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410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Parsing means analyzing and identifying the parts of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A4D43C-C075-40E4-B202-1E11F8FC7FA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94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Parsing means analyzing and identifying the parts of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A4D43C-C075-40E4-B202-1E11F8FC7FA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880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C95A9-9F63-430A-80B4-24B3AF0A403E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AD51-FFEB-4147-AEE5-C283C55F26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C95A9-9F63-430A-80B4-24B3AF0A403E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AD51-FFEB-4147-AEE5-C283C55F26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C95A9-9F63-430A-80B4-24B3AF0A403E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AD51-FFEB-4147-AEE5-C283C55F26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C95A9-9F63-430A-80B4-24B3AF0A403E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AD51-FFEB-4147-AEE5-C283C55F26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C95A9-9F63-430A-80B4-24B3AF0A403E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AD51-FFEB-4147-AEE5-C283C55F26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C95A9-9F63-430A-80B4-24B3AF0A403E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AD51-FFEB-4147-AEE5-C283C55F26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C95A9-9F63-430A-80B4-24B3AF0A403E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AD51-FFEB-4147-AEE5-C283C55F26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C95A9-9F63-430A-80B4-24B3AF0A403E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AD51-FFEB-4147-AEE5-C283C55F26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C95A9-9F63-430A-80B4-24B3AF0A403E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AD51-FFEB-4147-AEE5-C283C55F26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C95A9-9F63-430A-80B4-24B3AF0A403E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AD51-FFEB-4147-AEE5-C283C55F26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C95A9-9F63-430A-80B4-24B3AF0A403E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AD51-FFEB-4147-AEE5-C283C55F26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4EAC95A9-9F63-430A-80B4-24B3AF0A403E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DBF8AD51-FFEB-4147-AEE5-C283C55F26E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nfl.com/stats/player-stats/category/passing/2018/reg/all/passingyards/desc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rummy.com/software/BeautifulSoup/bs4/doc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rummy.com/software/BeautifulSoup/bs4/doc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customXml" Target="../ink/ink4.xml"/><Relationship Id="rId1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customXml" Target="../ink/ink12.xml"/><Relationship Id="rId18" Type="http://schemas.openxmlformats.org/officeDocument/2006/relationships/image" Target="../media/image26.png"/><Relationship Id="rId26" Type="http://schemas.openxmlformats.org/officeDocument/2006/relationships/image" Target="../media/image30.png"/><Relationship Id="rId3" Type="http://schemas.openxmlformats.org/officeDocument/2006/relationships/customXml" Target="../ink/ink7.xml"/><Relationship Id="rId21" Type="http://schemas.openxmlformats.org/officeDocument/2006/relationships/customXml" Target="../ink/ink16.xml"/><Relationship Id="rId7" Type="http://schemas.openxmlformats.org/officeDocument/2006/relationships/customXml" Target="../ink/ink9.xml"/><Relationship Id="rId12" Type="http://schemas.openxmlformats.org/officeDocument/2006/relationships/image" Target="../media/image23.png"/><Relationship Id="rId17" Type="http://schemas.openxmlformats.org/officeDocument/2006/relationships/customXml" Target="../ink/ink14.xml"/><Relationship Id="rId25" Type="http://schemas.openxmlformats.org/officeDocument/2006/relationships/customXml" Target="../ink/ink18.xml"/><Relationship Id="rId2" Type="http://schemas.openxmlformats.org/officeDocument/2006/relationships/image" Target="../media/image12.png"/><Relationship Id="rId16" Type="http://schemas.openxmlformats.org/officeDocument/2006/relationships/image" Target="../media/image25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customXml" Target="../ink/ink11.xml"/><Relationship Id="rId24" Type="http://schemas.openxmlformats.org/officeDocument/2006/relationships/image" Target="../media/image29.png"/><Relationship Id="rId5" Type="http://schemas.openxmlformats.org/officeDocument/2006/relationships/customXml" Target="../ink/ink8.xml"/><Relationship Id="rId15" Type="http://schemas.openxmlformats.org/officeDocument/2006/relationships/customXml" Target="../ink/ink13.xml"/><Relationship Id="rId23" Type="http://schemas.openxmlformats.org/officeDocument/2006/relationships/customXml" Target="../ink/ink17.xml"/><Relationship Id="rId10" Type="http://schemas.openxmlformats.org/officeDocument/2006/relationships/image" Target="../media/image22.png"/><Relationship Id="rId19" Type="http://schemas.openxmlformats.org/officeDocument/2006/relationships/customXml" Target="../ink/ink15.xml"/><Relationship Id="rId4" Type="http://schemas.openxmlformats.org/officeDocument/2006/relationships/image" Target="../media/image19.png"/><Relationship Id="rId9" Type="http://schemas.openxmlformats.org/officeDocument/2006/relationships/customXml" Target="../ink/ink10.xml"/><Relationship Id="rId14" Type="http://schemas.openxmlformats.org/officeDocument/2006/relationships/image" Target="../media/image24.png"/><Relationship Id="rId22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CONTROL REGIS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" y="1524000"/>
            <a:ext cx="5937250" cy="48355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35919" y="1524000"/>
            <a:ext cx="2150881" cy="492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1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Web Scraping </a:t>
            </a:r>
            <a:r>
              <a:rPr lang="en-US" cap="none" dirty="0"/>
              <a:t>with</a:t>
            </a:r>
            <a:r>
              <a:rPr lang="en-US" dirty="0"/>
              <a:t> Python</a:t>
            </a:r>
            <a:br>
              <a:rPr lang="en-US" dirty="0"/>
            </a:br>
            <a:r>
              <a:rPr lang="en-US" sz="1500" dirty="0"/>
              <a:t>Info Sys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602608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isaacslavitt.com/images/dd-dev-tool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8526" y="3975796"/>
            <a:ext cx="5916365" cy="2314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119631" y="4587233"/>
            <a:ext cx="3854328" cy="22707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31290" y="1118951"/>
            <a:ext cx="4080126" cy="1823288"/>
          </a:xfrm>
          <a:prstGeom prst="rect">
            <a:avLst/>
          </a:prstGeom>
        </p:spPr>
      </p:pic>
      <p:pic>
        <p:nvPicPr>
          <p:cNvPr id="1026" name="Picture 2" descr="http://isaacslavitt.com/images/dd-search-result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3929" y="2840276"/>
            <a:ext cx="5858963" cy="11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10157" y="6360877"/>
            <a:ext cx="4522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Scrape the </a:t>
            </a:r>
            <a:r>
              <a:rPr lang="en-US" sz="2400" b="1" dirty="0"/>
              <a:t>html</a:t>
            </a:r>
            <a:r>
              <a:rPr lang="en-US" sz="2400" dirty="0"/>
              <a:t> page with </a:t>
            </a:r>
            <a:r>
              <a:rPr lang="en-US" sz="2400" b="1" dirty="0"/>
              <a:t>Python</a:t>
            </a:r>
            <a:endParaRPr lang="en-US" sz="2400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549656" y="6042910"/>
            <a:ext cx="158261" cy="3179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5078539" y="6290249"/>
            <a:ext cx="333227" cy="1412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119631" y="2178651"/>
            <a:ext cx="4148616" cy="234827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445641" y="1003921"/>
            <a:ext cx="4822606" cy="12832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0688" y="361385"/>
            <a:ext cx="72269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We saw </a:t>
            </a:r>
            <a:r>
              <a:rPr lang="en-US" sz="3200" b="1" dirty="0"/>
              <a:t>web scraping </a:t>
            </a:r>
            <a:r>
              <a:rPr lang="en-US" sz="3200" dirty="0"/>
              <a:t>before…</a:t>
            </a:r>
          </a:p>
        </p:txBody>
      </p:sp>
    </p:spTree>
    <p:extLst>
      <p:ext uri="{BB962C8B-B14F-4D97-AF65-F5344CB8AC3E}">
        <p14:creationId xmlns:p14="http://schemas.microsoft.com/office/powerpoint/2010/main" val="194252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BA1D-B2DE-490F-9C19-9FF31840B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B03BD-693A-4C76-85DE-FF0E7ADC7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HTML </a:t>
            </a:r>
            <a:r>
              <a:rPr lang="en-US" dirty="0"/>
              <a:t>- brief introduction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Beautiful Soup </a:t>
            </a:r>
            <a:r>
              <a:rPr lang="en-US" dirty="0"/>
              <a:t>Python Web Scraping - introduction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Example </a:t>
            </a:r>
            <a:r>
              <a:rPr lang="en-US" dirty="0"/>
              <a:t>- scraping NFL football quarterback data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Tutorial </a:t>
            </a:r>
            <a:r>
              <a:rPr lang="en-US" dirty="0"/>
              <a:t>for you to work on and complete for HW   </a:t>
            </a:r>
          </a:p>
          <a:p>
            <a:pPr marL="0" indent="0">
              <a:buNone/>
            </a:pPr>
            <a:r>
              <a:rPr lang="en-US" sz="1800" dirty="0"/>
              <a:t>	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158030" y="5747989"/>
            <a:ext cx="6827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Check out links files in this lecture’s folder on the course repo for helpful sources on HTML and Web Scraping.</a:t>
            </a:r>
          </a:p>
        </p:txBody>
      </p:sp>
    </p:spTree>
    <p:extLst>
      <p:ext uri="{BB962C8B-B14F-4D97-AF65-F5344CB8AC3E}">
        <p14:creationId xmlns:p14="http://schemas.microsoft.com/office/powerpoint/2010/main" val="1609761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From the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6130"/>
            <a:ext cx="7886700" cy="5099930"/>
          </a:xfrm>
        </p:spPr>
        <p:txBody>
          <a:bodyPr>
            <a:normAutofit/>
          </a:bodyPr>
          <a:lstStyle/>
          <a:p>
            <a:r>
              <a:rPr lang="en-US" sz="2800" dirty="0"/>
              <a:t>Have you ever retrieved data from the Internet?</a:t>
            </a:r>
          </a:p>
          <a:p>
            <a:endParaRPr lang="en-US" sz="2800" dirty="0"/>
          </a:p>
          <a:p>
            <a:r>
              <a:rPr lang="en-US" sz="2800" dirty="0"/>
              <a:t>We have seen/used several data sets from the Internet already:</a:t>
            </a:r>
          </a:p>
          <a:p>
            <a:pPr lvl="1"/>
            <a:r>
              <a:rPr lang="en-US" sz="2400" dirty="0"/>
              <a:t>NYC 311</a:t>
            </a:r>
          </a:p>
          <a:p>
            <a:pPr lvl="1"/>
            <a:r>
              <a:rPr lang="en-US" sz="2400" dirty="0"/>
              <a:t>Bike data</a:t>
            </a:r>
          </a:p>
          <a:p>
            <a:pPr lvl="1"/>
            <a:r>
              <a:rPr lang="en-US" sz="2400" dirty="0"/>
              <a:t>Drug deaths</a:t>
            </a:r>
          </a:p>
          <a:p>
            <a:pPr lvl="1"/>
            <a:r>
              <a:rPr lang="en-US" sz="2400" dirty="0"/>
              <a:t>Baby names</a:t>
            </a:r>
          </a:p>
        </p:txBody>
      </p:sp>
    </p:spTree>
    <p:extLst>
      <p:ext uri="{BB962C8B-B14F-4D97-AF65-F5344CB8AC3E}">
        <p14:creationId xmlns:p14="http://schemas.microsoft.com/office/powerpoint/2010/main" val="408012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Data From the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6500"/>
            <a:ext cx="3225800" cy="41529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What if the data you want is not already in a convenient file format like .csv?</a:t>
            </a:r>
          </a:p>
          <a:p>
            <a:r>
              <a:rPr lang="en-US" dirty="0"/>
              <a:t> e.g.  Quarterback stats from an NFL.com web page</a:t>
            </a:r>
          </a:p>
          <a:p>
            <a:pPr marL="0" indent="0">
              <a:buNone/>
            </a:pPr>
            <a:r>
              <a:rPr lang="en-US" dirty="0"/>
              <a:t>…</a:t>
            </a:r>
          </a:p>
          <a:p>
            <a:r>
              <a:rPr lang="en-US" dirty="0"/>
              <a:t>or that NFL data from the website for ALL previous years...</a:t>
            </a:r>
            <a:endParaRPr lang="en-US" sz="1200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30480" y="6387895"/>
            <a:ext cx="89662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u="sng" dirty="0"/>
              <a:t>Source</a:t>
            </a:r>
            <a:r>
              <a:rPr lang="en-US" sz="1200" b="1" dirty="0"/>
              <a:t>:</a:t>
            </a:r>
            <a:r>
              <a:rPr lang="en-US" sz="1200" dirty="0"/>
              <a:t> </a:t>
            </a:r>
            <a:r>
              <a:rPr lang="en-US" sz="1200" dirty="0">
                <a:hlinkClick r:id="rId2"/>
              </a:rPr>
              <a:t>https://www.nfl.com/stats/player-stats/category/passing/2018/reg/all/passingyards/desc</a:t>
            </a:r>
            <a:endParaRPr lang="en-US" sz="1200" dirty="0"/>
          </a:p>
        </p:txBody>
      </p:sp>
      <p:sp>
        <p:nvSpPr>
          <p:cNvPr id="7" name="Rectangle 6"/>
          <p:cNvSpPr/>
          <p:nvPr/>
        </p:nvSpPr>
        <p:spPr>
          <a:xfrm>
            <a:off x="139700" y="5556898"/>
            <a:ext cx="8737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** Now instead of retrieving an existing data set, we </a:t>
            </a:r>
            <a:r>
              <a:rPr lang="en-US" sz="2400" b="1" dirty="0"/>
              <a:t>construct our own </a:t>
            </a:r>
            <a:r>
              <a:rPr lang="en-US" sz="2400" dirty="0"/>
              <a:t>through a series of web requests.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788BFC-0F4B-EFB3-EAF1-8949CA4795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0999"/>
          <a:stretch>
            <a:fillRect/>
          </a:stretch>
        </p:blipFill>
        <p:spPr>
          <a:xfrm>
            <a:off x="3744745" y="2413000"/>
            <a:ext cx="5251936" cy="5448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584BC4-CE9E-BF63-9648-90D7194ECD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963"/>
          <a:stretch>
            <a:fillRect/>
          </a:stretch>
        </p:blipFill>
        <p:spPr>
          <a:xfrm>
            <a:off x="3764927" y="2957876"/>
            <a:ext cx="5293186" cy="156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799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Web Scraping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8600"/>
            <a:ext cx="8229600" cy="4876800"/>
          </a:xfrm>
        </p:spPr>
        <p:txBody>
          <a:bodyPr>
            <a:normAutofit/>
          </a:bodyPr>
          <a:lstStyle/>
          <a:p>
            <a:r>
              <a:rPr lang="en-US" sz="2800" b="1" dirty="0"/>
              <a:t>Web scraping</a:t>
            </a:r>
            <a:r>
              <a:rPr lang="en-US" sz="2800" dirty="0"/>
              <a:t> - using a program to automatically download and process content from the World Wide Web</a:t>
            </a:r>
            <a:r>
              <a:rPr lang="en-US" sz="2800" baseline="30000" dirty="0"/>
              <a:t>*</a:t>
            </a:r>
          </a:p>
          <a:p>
            <a:endParaRPr lang="en-US" sz="1800" dirty="0"/>
          </a:p>
          <a:p>
            <a:r>
              <a:rPr lang="en-US" sz="2800" dirty="0"/>
              <a:t>Web scraping in </a:t>
            </a:r>
            <a:r>
              <a:rPr lang="en-US" sz="2800" b="1" dirty="0"/>
              <a:t>Python</a:t>
            </a:r>
            <a:r>
              <a:rPr lang="en-US" sz="2800" dirty="0"/>
              <a:t> requires:</a:t>
            </a:r>
          </a:p>
          <a:p>
            <a:pPr lvl="1"/>
            <a:r>
              <a:rPr lang="en-US" sz="2400" dirty="0"/>
              <a:t>Familiarity with </a:t>
            </a:r>
            <a:r>
              <a:rPr lang="en-US" sz="2400" b="1" dirty="0"/>
              <a:t>HTML</a:t>
            </a:r>
            <a:r>
              <a:rPr lang="en-US" sz="2400" dirty="0"/>
              <a:t> (what web pages are written in)</a:t>
            </a:r>
          </a:p>
          <a:p>
            <a:pPr lvl="1"/>
            <a:r>
              <a:rPr lang="en-US" sz="2400" dirty="0"/>
              <a:t>A web scraping library </a:t>
            </a:r>
          </a:p>
          <a:p>
            <a:pPr marL="274320" lvl="1" indent="0">
              <a:buNone/>
            </a:pPr>
            <a:r>
              <a:rPr lang="en-US" sz="2400" dirty="0"/>
              <a:t>	– we will use </a:t>
            </a:r>
            <a:r>
              <a:rPr lang="en-US" sz="2400" b="1" dirty="0"/>
              <a:t>Beautiful Soup</a:t>
            </a:r>
          </a:p>
          <a:p>
            <a:pPr marL="274320" lvl="1" indent="0">
              <a:buNone/>
            </a:pPr>
            <a:r>
              <a:rPr lang="en-US" sz="2400" b="1" dirty="0"/>
              <a:t>	   - </a:t>
            </a:r>
            <a:r>
              <a:rPr lang="en-US" sz="2400" dirty="0"/>
              <a:t>HTML / XML parser</a:t>
            </a:r>
          </a:p>
          <a:p>
            <a:pPr marL="274320" lvl="1" indent="0">
              <a:buNone/>
            </a:pPr>
            <a:r>
              <a:rPr lang="en-US" sz="2400" b="1" dirty="0"/>
              <a:t>	   </a:t>
            </a:r>
            <a:r>
              <a:rPr lang="en-US" sz="2400" dirty="0"/>
              <a:t>- Documentation:</a:t>
            </a:r>
          </a:p>
          <a:p>
            <a:pPr marL="274320" lvl="1" indent="0">
              <a:buNone/>
            </a:pPr>
            <a:r>
              <a:rPr lang="en-US" sz="2400" dirty="0"/>
              <a:t>	        </a:t>
            </a:r>
            <a:r>
              <a:rPr lang="en-US" dirty="0"/>
              <a:t>(Very helpful)  </a:t>
            </a:r>
            <a:endParaRPr 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75573" y="6438378"/>
            <a:ext cx="6370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From </a:t>
            </a:r>
            <a:r>
              <a:rPr lang="en-US" i="1" dirty="0"/>
              <a:t>Automate the Boring Stuff with Python by Al </a:t>
            </a:r>
            <a:r>
              <a:rPr lang="en-US" i="1" dirty="0" err="1"/>
              <a:t>Sweigart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194827" y="5465888"/>
            <a:ext cx="38315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https://www.crummy.com/software/BeautifulSoup/bs4/doc/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8559B-7A76-3C6D-4AAF-B3B6C416179E}"/>
              </a:ext>
            </a:extLst>
          </p:cNvPr>
          <p:cNvSpPr txBox="1"/>
          <p:nvPr/>
        </p:nvSpPr>
        <p:spPr>
          <a:xfrm>
            <a:off x="457200" y="636079"/>
            <a:ext cx="7899400" cy="384720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2800" b="1" dirty="0"/>
              <a:t>parse</a:t>
            </a:r>
            <a:r>
              <a:rPr lang="en-US" sz="2800" dirty="0"/>
              <a:t>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analyze (a sentence) into its parts and describe their syntactic roles.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i="0" cap="all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[</a:t>
            </a:r>
            <a:r>
              <a:rPr lang="en-US" sz="2800" b="1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computing</a:t>
            </a:r>
            <a:r>
              <a:rPr lang="en-US" sz="2800" b="1" i="0" cap="all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]</a:t>
            </a:r>
            <a:r>
              <a:rPr lang="en-US" sz="2800" cap="all" dirty="0">
                <a:solidFill>
                  <a:srgbClr val="202124"/>
                </a:solidFill>
                <a:latin typeface="Roboto" panose="02000000000000000000" pitchFamily="2" charset="0"/>
              </a:rPr>
              <a:t> </a:t>
            </a:r>
            <a:r>
              <a:rPr lang="en-US" sz="28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analyze (a string or text) into logical syntactic components, typically in order to test conformability to a logical grammar.</a:t>
            </a:r>
          </a:p>
          <a:p>
            <a:pPr marL="457200" indent="-457200" algn="l">
              <a:buFontTx/>
              <a:buChar char="-"/>
            </a:pPr>
            <a:endParaRPr lang="en-US" sz="2800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  <a:p>
            <a:r>
              <a:rPr lang="en-US" sz="2000" dirty="0" err="1"/>
              <a:t>src</a:t>
            </a:r>
            <a:r>
              <a:rPr lang="en-US" sz="2000" dirty="0"/>
              <a:t>: https://languages.oup.com/google-dictionary-en</a:t>
            </a:r>
          </a:p>
        </p:txBody>
      </p:sp>
    </p:spTree>
    <p:extLst>
      <p:ext uri="{BB962C8B-B14F-4D97-AF65-F5344CB8AC3E}">
        <p14:creationId xmlns:p14="http://schemas.microsoft.com/office/powerpoint/2010/main" val="62479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Web Scraping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8600"/>
            <a:ext cx="8229600" cy="4876800"/>
          </a:xfrm>
        </p:spPr>
        <p:txBody>
          <a:bodyPr>
            <a:normAutofit/>
          </a:bodyPr>
          <a:lstStyle/>
          <a:p>
            <a:r>
              <a:rPr lang="en-US" sz="2800" b="1" dirty="0"/>
              <a:t>Web scraping</a:t>
            </a:r>
            <a:r>
              <a:rPr lang="en-US" sz="2800" dirty="0"/>
              <a:t> - using a program to automatically download and process content from the World Wide Web</a:t>
            </a:r>
            <a:r>
              <a:rPr lang="en-US" sz="2800" baseline="30000" dirty="0"/>
              <a:t>*</a:t>
            </a:r>
          </a:p>
          <a:p>
            <a:endParaRPr lang="en-US" sz="1800" dirty="0"/>
          </a:p>
          <a:p>
            <a:r>
              <a:rPr lang="en-US" sz="2800" dirty="0"/>
              <a:t>Web scraping in </a:t>
            </a:r>
            <a:r>
              <a:rPr lang="en-US" sz="2800" b="1" dirty="0"/>
              <a:t>Python</a:t>
            </a:r>
            <a:r>
              <a:rPr lang="en-US" sz="2800" dirty="0"/>
              <a:t> requires:</a:t>
            </a:r>
          </a:p>
          <a:p>
            <a:pPr lvl="1"/>
            <a:r>
              <a:rPr lang="en-US" sz="2400" dirty="0"/>
              <a:t>Familiarity with </a:t>
            </a:r>
            <a:r>
              <a:rPr lang="en-US" sz="2400" b="1" dirty="0"/>
              <a:t>HTML</a:t>
            </a:r>
            <a:r>
              <a:rPr lang="en-US" sz="2400" dirty="0"/>
              <a:t> (what web pages are written in)</a:t>
            </a:r>
          </a:p>
          <a:p>
            <a:pPr lvl="1"/>
            <a:r>
              <a:rPr lang="en-US" sz="2400" dirty="0"/>
              <a:t>A web scraping library </a:t>
            </a:r>
          </a:p>
          <a:p>
            <a:pPr marL="274320" lvl="1" indent="0">
              <a:buNone/>
            </a:pPr>
            <a:r>
              <a:rPr lang="en-US" sz="2400" dirty="0"/>
              <a:t>	– we will use </a:t>
            </a:r>
            <a:r>
              <a:rPr lang="en-US" sz="2400" b="1" dirty="0"/>
              <a:t>Beautiful Soup</a:t>
            </a:r>
          </a:p>
          <a:p>
            <a:pPr marL="274320" lvl="1" indent="0">
              <a:buNone/>
            </a:pPr>
            <a:r>
              <a:rPr lang="en-US" sz="2400" b="1" dirty="0"/>
              <a:t>	   - </a:t>
            </a:r>
            <a:r>
              <a:rPr lang="en-US" sz="2400" dirty="0"/>
              <a:t>HTML / XML parser</a:t>
            </a:r>
          </a:p>
          <a:p>
            <a:pPr marL="274320" lvl="1" indent="0">
              <a:buNone/>
            </a:pPr>
            <a:r>
              <a:rPr lang="en-US" sz="2400" b="1" dirty="0"/>
              <a:t>	   </a:t>
            </a:r>
            <a:r>
              <a:rPr lang="en-US" sz="2400" dirty="0"/>
              <a:t>- Documentation:</a:t>
            </a:r>
          </a:p>
          <a:p>
            <a:pPr marL="274320" lvl="1" indent="0">
              <a:buNone/>
            </a:pPr>
            <a:r>
              <a:rPr lang="en-US" sz="2400" dirty="0"/>
              <a:t>	        </a:t>
            </a:r>
            <a:r>
              <a:rPr lang="en-US" dirty="0"/>
              <a:t>(Very helpful)  </a:t>
            </a:r>
            <a:endParaRPr 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75573" y="6438378"/>
            <a:ext cx="6370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From </a:t>
            </a:r>
            <a:r>
              <a:rPr lang="en-US" i="1" dirty="0"/>
              <a:t>Automate the Boring Stuff with Python by Al </a:t>
            </a:r>
            <a:r>
              <a:rPr lang="en-US" i="1" dirty="0" err="1"/>
              <a:t>Sweigart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194827" y="5465888"/>
            <a:ext cx="38315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https://www.crummy.com/software/BeautifulSoup/bs4/doc/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152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5126" y="3733646"/>
            <a:ext cx="2914650" cy="28074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570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HTML – hypertext markup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60459"/>
            <a:ext cx="7886700" cy="1570757"/>
          </a:xfrm>
        </p:spPr>
        <p:txBody>
          <a:bodyPr>
            <a:normAutofit/>
          </a:bodyPr>
          <a:lstStyle/>
          <a:p>
            <a:r>
              <a:rPr lang="en-US" sz="2400" dirty="0"/>
              <a:t>HTML is used to design/layout websites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725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21754" y="3930484"/>
            <a:ext cx="5264944" cy="1635919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435045" y="6447008"/>
            <a:ext cx="53935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https://www.tutorialspoint.com/html/index.htm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EDF2FC-5067-42C5-9B30-2542F6A00451}"/>
              </a:ext>
            </a:extLst>
          </p:cNvPr>
          <p:cNvSpPr txBox="1"/>
          <p:nvPr/>
        </p:nvSpPr>
        <p:spPr>
          <a:xfrm>
            <a:off x="1220613" y="2414978"/>
            <a:ext cx="1479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These instructions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989833-6C85-428C-8E29-433A3A4D421D}"/>
              </a:ext>
            </a:extLst>
          </p:cNvPr>
          <p:cNvSpPr txBox="1"/>
          <p:nvPr/>
        </p:nvSpPr>
        <p:spPr>
          <a:xfrm>
            <a:off x="4023197" y="3321906"/>
            <a:ext cx="315366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Instruct the browser </a:t>
            </a:r>
            <a:r>
              <a:rPr lang="en-US" sz="1350" i="1" dirty="0"/>
              <a:t>how</a:t>
            </a:r>
            <a:r>
              <a:rPr lang="en-US" sz="1350" dirty="0"/>
              <a:t> the text/information should be displayed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8ACDAF9-ED0E-4C87-9392-00DEC49F7A68}"/>
              </a:ext>
            </a:extLst>
          </p:cNvPr>
          <p:cNvCxnSpPr>
            <a:cxnSpLocks/>
          </p:cNvCxnSpPr>
          <p:nvPr/>
        </p:nvCxnSpPr>
        <p:spPr>
          <a:xfrm flipH="1">
            <a:off x="1261974" y="2911981"/>
            <a:ext cx="441274" cy="821665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C372A61-92F9-43FA-892A-41BD6BEDF668}"/>
              </a:ext>
            </a:extLst>
          </p:cNvPr>
          <p:cNvSpPr txBox="1"/>
          <p:nvPr/>
        </p:nvSpPr>
        <p:spPr>
          <a:xfrm>
            <a:off x="250031" y="3829737"/>
            <a:ext cx="283974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 &lt;!DOCTYPE html&gt;</a:t>
            </a:r>
          </a:p>
          <a:p>
            <a:r>
              <a:rPr lang="en-US" sz="1400" dirty="0"/>
              <a:t>&lt;html&gt;</a:t>
            </a:r>
          </a:p>
          <a:p>
            <a:r>
              <a:rPr lang="en-US" sz="1400" dirty="0"/>
              <a:t>&lt;head&gt;</a:t>
            </a:r>
          </a:p>
          <a:p>
            <a:r>
              <a:rPr lang="en-US" sz="1400" dirty="0"/>
              <a:t>&lt;title&gt;This is document title&lt;/title&gt;</a:t>
            </a:r>
          </a:p>
          <a:p>
            <a:r>
              <a:rPr lang="en-US" sz="1400" dirty="0"/>
              <a:t>&lt;/head&gt;</a:t>
            </a:r>
          </a:p>
          <a:p>
            <a:r>
              <a:rPr lang="en-US" sz="1400" dirty="0"/>
              <a:t>&lt;body&gt;</a:t>
            </a:r>
          </a:p>
          <a:p>
            <a:r>
              <a:rPr lang="en-US" sz="1400" dirty="0"/>
              <a:t>&lt;h1&gt;This is a heading&lt;/h1&gt;</a:t>
            </a:r>
          </a:p>
          <a:p>
            <a:r>
              <a:rPr lang="en-US" sz="1400" dirty="0"/>
              <a:t>&lt;p&gt;Document content goes here.....&lt;/p&gt;</a:t>
            </a:r>
          </a:p>
          <a:p>
            <a:r>
              <a:rPr lang="en-US" sz="1400" dirty="0"/>
              <a:t>&lt;/body&gt;</a:t>
            </a:r>
          </a:p>
          <a:p>
            <a:r>
              <a:rPr lang="en-US" sz="1400" dirty="0"/>
              <a:t>&lt;/html&gt;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8D3557E-99BE-449B-845B-0DCF0B8DB3E6}"/>
              </a:ext>
            </a:extLst>
          </p:cNvPr>
          <p:cNvCxnSpPr>
            <a:cxnSpLocks/>
          </p:cNvCxnSpPr>
          <p:nvPr/>
        </p:nvCxnSpPr>
        <p:spPr>
          <a:xfrm>
            <a:off x="2402519" y="2907926"/>
            <a:ext cx="1531902" cy="637114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528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76B02-8BB0-4DA2-9956-CF8233D0D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5D8DE-CBA0-4F9E-9673-8521783D4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go ahead and make a .</a:t>
            </a:r>
            <a:r>
              <a:rPr lang="en-US" dirty="0" err="1"/>
              <a:t>htm</a:t>
            </a:r>
            <a:r>
              <a:rPr lang="en-US" dirty="0"/>
              <a:t> file.</a:t>
            </a:r>
          </a:p>
          <a:p>
            <a:endParaRPr lang="en-US" dirty="0"/>
          </a:p>
          <a:p>
            <a:r>
              <a:rPr lang="en-US" dirty="0"/>
              <a:t>Open Notepad (type Notepad in the Windows Start search box)</a:t>
            </a:r>
          </a:p>
          <a:p>
            <a:endParaRPr lang="en-US" dirty="0"/>
          </a:p>
          <a:p>
            <a:r>
              <a:rPr lang="en-US" dirty="0"/>
              <a:t>We’ll write some HTML.</a:t>
            </a:r>
          </a:p>
          <a:p>
            <a:endParaRPr lang="en-US" dirty="0"/>
          </a:p>
          <a:p>
            <a:r>
              <a:rPr lang="en-US" dirty="0"/>
              <a:t>If we save this file with a .</a:t>
            </a:r>
            <a:r>
              <a:rPr lang="en-US" dirty="0" err="1"/>
              <a:t>htm</a:t>
            </a:r>
            <a:r>
              <a:rPr lang="en-US" dirty="0"/>
              <a:t> extension, your computer should default to opening in your browser.</a:t>
            </a:r>
          </a:p>
        </p:txBody>
      </p:sp>
    </p:spTree>
    <p:extLst>
      <p:ext uri="{BB962C8B-B14F-4D97-AF65-F5344CB8AC3E}">
        <p14:creationId xmlns:p14="http://schemas.microsoft.com/office/powerpoint/2010/main" val="860158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&lt;strong&gt;Hello World&lt;/strong&gt;</a:t>
            </a:r>
          </a:p>
        </p:txBody>
      </p:sp>
    </p:spTree>
    <p:extLst>
      <p:ext uri="{BB962C8B-B14F-4D97-AF65-F5344CB8AC3E}">
        <p14:creationId xmlns:p14="http://schemas.microsoft.com/office/powerpoint/2010/main" val="1804475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&lt;head&gt;</a:t>
            </a:r>
          </a:p>
          <a:p>
            <a:pPr marL="0" indent="0">
              <a:buNone/>
            </a:pPr>
            <a:r>
              <a:rPr lang="en-US" dirty="0"/>
              <a:t>&lt;title&gt; This is the title! &lt;/title&gt;</a:t>
            </a:r>
          </a:p>
          <a:p>
            <a:pPr marL="0" indent="0">
              <a:buNone/>
            </a:pPr>
            <a:r>
              <a:rPr lang="en-US" dirty="0"/>
              <a:t>&lt;/head&gt;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&lt;body&gt;</a:t>
            </a:r>
          </a:p>
          <a:p>
            <a:pPr marL="0" indent="0">
              <a:buNone/>
            </a:pPr>
            <a:r>
              <a:rPr lang="en-US" dirty="0"/>
              <a:t>This is the body of the page.</a:t>
            </a:r>
          </a:p>
          <a:p>
            <a:pPr marL="0" indent="0">
              <a:buNone/>
            </a:pPr>
            <a:r>
              <a:rPr lang="en-US" dirty="0"/>
              <a:t>&lt;h1&gt;Here is a heading level 1&lt;/h1&gt;</a:t>
            </a:r>
          </a:p>
          <a:p>
            <a:pPr marL="0" indent="0">
              <a:buNone/>
            </a:pPr>
            <a:r>
              <a:rPr lang="en-US" dirty="0"/>
              <a:t>&lt;h2&gt;And this is a heading level 2&lt;/h2&gt;</a:t>
            </a:r>
          </a:p>
          <a:p>
            <a:pPr marL="0" indent="0">
              <a:buNone/>
            </a:pPr>
            <a:r>
              <a:rPr lang="en-US" dirty="0"/>
              <a:t>&lt;p&gt; The p tag is used for paragraph level text&lt;/p&gt;</a:t>
            </a:r>
          </a:p>
          <a:p>
            <a:pPr marL="0" indent="0">
              <a:buNone/>
            </a:pPr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='http://www.uscga.edu'&gt;CGA Web Site&lt;/a&gt;</a:t>
            </a:r>
          </a:p>
          <a:p>
            <a:pPr marL="0" indent="0">
              <a:buNone/>
            </a:pPr>
            <a:r>
              <a:rPr lang="en-US" dirty="0"/>
              <a:t>&lt;/body&gt;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270321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BBF2B-8F55-4F13-BED2-9922C7D2A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41AA0-C3F8-426F-A7C1-F52386EA5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985" y="1641355"/>
            <a:ext cx="8213509" cy="475272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Consists of </a:t>
            </a:r>
            <a:r>
              <a:rPr lang="en-US" b="1" dirty="0"/>
              <a:t>Tags, Attributes </a:t>
            </a:r>
            <a:r>
              <a:rPr lang="en-US" dirty="0"/>
              <a:t>and </a:t>
            </a:r>
            <a:r>
              <a:rPr lang="en-US" b="1" dirty="0"/>
              <a:t>Strings</a:t>
            </a:r>
            <a:r>
              <a:rPr lang="en-US" dirty="0"/>
              <a:t> </a:t>
            </a:r>
            <a:r>
              <a:rPr lang="en-US" sz="2000" dirty="0"/>
              <a:t>(and other things, but we’re going to keep it basic for now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i="1" dirty="0"/>
              <a:t>Many </a:t>
            </a:r>
            <a:r>
              <a:rPr lang="en-US" dirty="0"/>
              <a:t>useful websites exist for learning more about HTML</a:t>
            </a:r>
            <a:r>
              <a:rPr lang="en-US" sz="2000" dirty="0"/>
              <a:t> </a:t>
            </a:r>
            <a:r>
              <a:rPr lang="en-US" dirty="0"/>
              <a:t>if you are interested </a:t>
            </a:r>
            <a:r>
              <a:rPr lang="en-US" sz="2000" dirty="0"/>
              <a:t>(see links files in this lecture’s folder on the course repo for helpful sources)</a:t>
            </a:r>
            <a:endParaRPr lang="en-US" dirty="0"/>
          </a:p>
          <a:p>
            <a:endParaRPr lang="en-US" dirty="0"/>
          </a:p>
          <a:p>
            <a:r>
              <a:rPr lang="en-US" dirty="0"/>
              <a:t>Our plan in learning HTML:</a:t>
            </a:r>
          </a:p>
          <a:p>
            <a:pPr lvl="1"/>
            <a:r>
              <a:rPr lang="en-US" dirty="0"/>
              <a:t>cover some basic information first, then</a:t>
            </a:r>
          </a:p>
          <a:p>
            <a:pPr lvl="1"/>
            <a:r>
              <a:rPr lang="en-US" dirty="0"/>
              <a:t>learn as we go through some web scraping examples</a:t>
            </a:r>
          </a:p>
          <a:p>
            <a:endParaRPr lang="en-US" dirty="0"/>
          </a:p>
          <a:p>
            <a:r>
              <a:rPr lang="en-US" dirty="0"/>
              <a:t>You are </a:t>
            </a:r>
            <a:r>
              <a:rPr lang="en-US" i="1" dirty="0"/>
              <a:t>highly </a:t>
            </a:r>
            <a:r>
              <a:rPr lang="en-US" dirty="0"/>
              <a:t>encouraged to explore on your own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273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C96C8-DC7C-4E20-B100-5E0CDE504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690" y="131938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HTML Basics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0DD7B3B9-AB19-4AA8-BC33-5A9918670CC1}"/>
              </a:ext>
            </a:extLst>
          </p:cNvPr>
          <p:cNvSpPr/>
          <p:nvPr/>
        </p:nvSpPr>
        <p:spPr>
          <a:xfrm rot="5400000">
            <a:off x="2941039" y="237226"/>
            <a:ext cx="211399" cy="4213876"/>
          </a:xfrm>
          <a:prstGeom prst="leftBrac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E0D70CB5-C081-4B34-AB70-CABFB5628D29}"/>
              </a:ext>
            </a:extLst>
          </p:cNvPr>
          <p:cNvSpPr/>
          <p:nvPr/>
        </p:nvSpPr>
        <p:spPr>
          <a:xfrm rot="5400000">
            <a:off x="7834953" y="2020128"/>
            <a:ext cx="211400" cy="648070"/>
          </a:xfrm>
          <a:prstGeom prst="leftBrac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BB312BFE-6767-4EE7-B9C5-21733ABCFFEA}"/>
              </a:ext>
            </a:extLst>
          </p:cNvPr>
          <p:cNvSpPr/>
          <p:nvPr/>
        </p:nvSpPr>
        <p:spPr>
          <a:xfrm rot="16200000">
            <a:off x="6216436" y="1931787"/>
            <a:ext cx="330628" cy="2197100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DEAE54-53D6-4233-AE7E-8FBA3F2D3E8A}"/>
              </a:ext>
            </a:extLst>
          </p:cNvPr>
          <p:cNvSpPr txBox="1"/>
          <p:nvPr/>
        </p:nvSpPr>
        <p:spPr>
          <a:xfrm>
            <a:off x="2275936" y="1789137"/>
            <a:ext cx="1762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Opening Tag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27028B-EAEE-4F31-B917-73182BBAA897}"/>
              </a:ext>
            </a:extLst>
          </p:cNvPr>
          <p:cNvSpPr txBox="1"/>
          <p:nvPr/>
        </p:nvSpPr>
        <p:spPr>
          <a:xfrm>
            <a:off x="7158948" y="1840353"/>
            <a:ext cx="15634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Closing Tag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BC10DA-0B14-4302-94CF-255440BEC056}"/>
              </a:ext>
            </a:extLst>
          </p:cNvPr>
          <p:cNvSpPr txBox="1"/>
          <p:nvPr/>
        </p:nvSpPr>
        <p:spPr>
          <a:xfrm>
            <a:off x="5931126" y="3220202"/>
            <a:ext cx="2356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Content (string)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AA9E3F98-52F9-4A82-AE76-9364106EE40A}"/>
              </a:ext>
            </a:extLst>
          </p:cNvPr>
          <p:cNvSpPr/>
          <p:nvPr/>
        </p:nvSpPr>
        <p:spPr>
          <a:xfrm rot="16200000">
            <a:off x="4272299" y="951081"/>
            <a:ext cx="434308" cy="7099302"/>
          </a:xfrm>
          <a:prstGeom prst="leftBrac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5697FB-B91A-4112-831A-1AC00DB605C9}"/>
              </a:ext>
            </a:extLst>
          </p:cNvPr>
          <p:cNvSpPr txBox="1"/>
          <p:nvPr/>
        </p:nvSpPr>
        <p:spPr>
          <a:xfrm>
            <a:off x="1905000" y="4951532"/>
            <a:ext cx="5520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All of this together is referred to as an element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EEB820DF-F82F-42AF-8ACF-8EFE1594D65A}"/>
              </a:ext>
            </a:extLst>
          </p:cNvPr>
          <p:cNvSpPr/>
          <p:nvPr/>
        </p:nvSpPr>
        <p:spPr>
          <a:xfrm rot="16200000">
            <a:off x="3020479" y="1236881"/>
            <a:ext cx="355180" cy="3611462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72065D-D2A3-4BC5-A9EF-74AF8BB9DBFC}"/>
              </a:ext>
            </a:extLst>
          </p:cNvPr>
          <p:cNvSpPr txBox="1"/>
          <p:nvPr/>
        </p:nvSpPr>
        <p:spPr>
          <a:xfrm>
            <a:off x="2658625" y="3264998"/>
            <a:ext cx="17338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Attribute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6082" y="2384411"/>
            <a:ext cx="75691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&lt;a </a:t>
            </a:r>
            <a:r>
              <a:rPr lang="en-US" sz="2400" dirty="0" err="1"/>
              <a:t>href</a:t>
            </a:r>
            <a:r>
              <a:rPr lang="en-US" sz="2400" dirty="0"/>
              <a:t>='http://www.uscga.edu'&gt;USCGA Web Site&lt;/a&gt;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9541C1-3990-3769-6CE2-A81C575646FC}"/>
              </a:ext>
            </a:extLst>
          </p:cNvPr>
          <p:cNvSpPr txBox="1"/>
          <p:nvPr/>
        </p:nvSpPr>
        <p:spPr>
          <a:xfrm>
            <a:off x="151190" y="1389658"/>
            <a:ext cx="4852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this was some html code from our Example 2:</a:t>
            </a:r>
          </a:p>
        </p:txBody>
      </p:sp>
    </p:spTree>
    <p:extLst>
      <p:ext uri="{BB962C8B-B14F-4D97-AF65-F5344CB8AC3E}">
        <p14:creationId xmlns:p14="http://schemas.microsoft.com/office/powerpoint/2010/main" val="28882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9" grpId="0"/>
      <p:bldP spid="10" grpId="0" animBg="1"/>
      <p:bldP spid="11" grpId="0"/>
      <p:bldP spid="13" grpId="0" animBg="1"/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C96C8-DC7C-4E20-B100-5E0CDE504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690" y="131938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HTML Basics</a:t>
            </a:r>
            <a:br>
              <a:rPr lang="en-US" dirty="0"/>
            </a:br>
            <a:r>
              <a:rPr lang="en-US" sz="1600" dirty="0"/>
              <a:t>https://developer.mozilla.org/en-US/docs/Learn/Getting_started_with_the_web/HTML_basics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7B6BE-905F-42AE-AD4E-B985C7D9A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3373" y="1522014"/>
            <a:ext cx="5061213" cy="91574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&lt;p&gt; My cat is very grumpy &lt;/p&gt;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0DD7B3B9-AB19-4AA8-BC33-5A9918670CC1}"/>
              </a:ext>
            </a:extLst>
          </p:cNvPr>
          <p:cNvSpPr/>
          <p:nvPr/>
        </p:nvSpPr>
        <p:spPr>
          <a:xfrm rot="5400000">
            <a:off x="2090586" y="1642368"/>
            <a:ext cx="211400" cy="648070"/>
          </a:xfrm>
          <a:prstGeom prst="leftBrac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E0D70CB5-C081-4B34-AB70-CABFB5628D29}"/>
              </a:ext>
            </a:extLst>
          </p:cNvPr>
          <p:cNvSpPr/>
          <p:nvPr/>
        </p:nvSpPr>
        <p:spPr>
          <a:xfrm rot="5400000">
            <a:off x="6019896" y="1642368"/>
            <a:ext cx="211400" cy="648070"/>
          </a:xfrm>
          <a:prstGeom prst="leftBrac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BB312BFE-6767-4EE7-B9C5-21733ABCFFEA}"/>
              </a:ext>
            </a:extLst>
          </p:cNvPr>
          <p:cNvSpPr/>
          <p:nvPr/>
        </p:nvSpPr>
        <p:spPr>
          <a:xfrm rot="16200000">
            <a:off x="4040486" y="1086502"/>
            <a:ext cx="330628" cy="3191522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DEAE54-53D6-4233-AE7E-8FBA3F2D3E8A}"/>
              </a:ext>
            </a:extLst>
          </p:cNvPr>
          <p:cNvSpPr txBox="1"/>
          <p:nvPr/>
        </p:nvSpPr>
        <p:spPr>
          <a:xfrm>
            <a:off x="1553596" y="1457935"/>
            <a:ext cx="1563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Opening Tag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27028B-EAEE-4F31-B917-73182BBAA897}"/>
              </a:ext>
            </a:extLst>
          </p:cNvPr>
          <p:cNvSpPr txBox="1"/>
          <p:nvPr/>
        </p:nvSpPr>
        <p:spPr>
          <a:xfrm>
            <a:off x="5523393" y="1433537"/>
            <a:ext cx="1563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Closing Tag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BC10DA-0B14-4302-94CF-255440BEC056}"/>
              </a:ext>
            </a:extLst>
          </p:cNvPr>
          <p:cNvSpPr txBox="1"/>
          <p:nvPr/>
        </p:nvSpPr>
        <p:spPr>
          <a:xfrm>
            <a:off x="3387489" y="2872128"/>
            <a:ext cx="235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Content (string)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AA9E3F98-52F9-4A82-AE76-9364106EE40A}"/>
              </a:ext>
            </a:extLst>
          </p:cNvPr>
          <p:cNvSpPr/>
          <p:nvPr/>
        </p:nvSpPr>
        <p:spPr>
          <a:xfrm rot="16200000">
            <a:off x="4027115" y="1127443"/>
            <a:ext cx="434308" cy="4543887"/>
          </a:xfrm>
          <a:prstGeom prst="leftBrac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5697FB-B91A-4112-831A-1AC00DB605C9}"/>
              </a:ext>
            </a:extLst>
          </p:cNvPr>
          <p:cNvSpPr txBox="1"/>
          <p:nvPr/>
        </p:nvSpPr>
        <p:spPr>
          <a:xfrm>
            <a:off x="2034806" y="3707712"/>
            <a:ext cx="5149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of this together is referred to as an element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FEA7E1-789B-4402-B4E6-E3FB08E0DE15}"/>
              </a:ext>
            </a:extLst>
          </p:cNvPr>
          <p:cNvSpPr txBox="1"/>
          <p:nvPr/>
        </p:nvSpPr>
        <p:spPr>
          <a:xfrm>
            <a:off x="519526" y="5257855"/>
            <a:ext cx="8269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&lt;p class=“editor-note”&gt;My cat is very grumpy&lt;/p&gt;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EEB820DF-F82F-42AF-8ACF-8EFE1594D65A}"/>
              </a:ext>
            </a:extLst>
          </p:cNvPr>
          <p:cNvSpPr/>
          <p:nvPr/>
        </p:nvSpPr>
        <p:spPr>
          <a:xfrm rot="16200000">
            <a:off x="2460728" y="4422983"/>
            <a:ext cx="244932" cy="2915112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72065D-D2A3-4BC5-A9EF-74AF8BB9DBFC}"/>
              </a:ext>
            </a:extLst>
          </p:cNvPr>
          <p:cNvSpPr txBox="1"/>
          <p:nvPr/>
        </p:nvSpPr>
        <p:spPr>
          <a:xfrm>
            <a:off x="2391925" y="6047801"/>
            <a:ext cx="1733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Attribute</a:t>
            </a:r>
          </a:p>
        </p:txBody>
      </p:sp>
    </p:spTree>
    <p:extLst>
      <p:ext uri="{BB962C8B-B14F-4D97-AF65-F5344CB8AC3E}">
        <p14:creationId xmlns:p14="http://schemas.microsoft.com/office/powerpoint/2010/main" val="2992347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1C49E-235C-4C7F-A3CA-B1B7562CD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8796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A1DF4-A2FD-4D77-968B-93B3491CC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625" y="1225118"/>
            <a:ext cx="8726749" cy="5404281"/>
          </a:xfrm>
        </p:spPr>
        <p:txBody>
          <a:bodyPr>
            <a:normAutofit fontScale="92500" lnSpcReduction="10000"/>
          </a:bodyPr>
          <a:lstStyle/>
          <a:p>
            <a:r>
              <a:rPr lang="en-US" sz="3000" dirty="0"/>
              <a:t>Common</a:t>
            </a:r>
            <a:r>
              <a:rPr lang="en-US" dirty="0"/>
              <a:t> </a:t>
            </a:r>
            <a:r>
              <a:rPr lang="en-US" sz="3000" dirty="0"/>
              <a:t>Tags:</a:t>
            </a:r>
          </a:p>
          <a:p>
            <a:pPr marL="0" indent="0">
              <a:buNone/>
            </a:pPr>
            <a:r>
              <a:rPr lang="en-US" sz="1800" dirty="0"/>
              <a:t>&lt;a&gt; link</a:t>
            </a:r>
          </a:p>
          <a:p>
            <a:pPr marL="0" indent="0">
              <a:buNone/>
            </a:pPr>
            <a:r>
              <a:rPr lang="en-US" sz="1800" dirty="0"/>
              <a:t>&lt;p&gt; paragraph</a:t>
            </a:r>
          </a:p>
          <a:p>
            <a:pPr marL="0" indent="0">
              <a:buNone/>
            </a:pPr>
            <a:r>
              <a:rPr lang="en-US" sz="1800" dirty="0"/>
              <a:t>&lt;div&gt; indicates division or area of the page</a:t>
            </a:r>
          </a:p>
          <a:p>
            <a:pPr marL="0" indent="0">
              <a:buNone/>
            </a:pPr>
            <a:r>
              <a:rPr lang="en-US" sz="1800" dirty="0"/>
              <a:t>&lt;b&gt; bolds any text inside</a:t>
            </a:r>
          </a:p>
          <a:p>
            <a:pPr marL="0" indent="0">
              <a:buNone/>
            </a:pPr>
            <a:r>
              <a:rPr lang="en-US" sz="1800" dirty="0"/>
              <a:t>&lt;</a:t>
            </a:r>
            <a:r>
              <a:rPr lang="en-US" sz="1800" dirty="0" err="1"/>
              <a:t>i</a:t>
            </a:r>
            <a:r>
              <a:rPr lang="en-US" sz="1800" dirty="0"/>
              <a:t>&gt; italicizes any text inside</a:t>
            </a:r>
          </a:p>
          <a:p>
            <a:pPr marL="0" indent="0">
              <a:buNone/>
            </a:pPr>
            <a:r>
              <a:rPr lang="en-US" sz="1800" dirty="0"/>
              <a:t>&lt;table&gt; creates a table</a:t>
            </a:r>
          </a:p>
          <a:p>
            <a:pPr marL="0" indent="0">
              <a:buNone/>
            </a:pPr>
            <a:r>
              <a:rPr lang="en-US" sz="1800" dirty="0"/>
              <a:t>&lt;form&gt; creates input form</a:t>
            </a:r>
          </a:p>
          <a:p>
            <a:pPr marL="0" indent="0">
              <a:buNone/>
            </a:pPr>
            <a:endParaRPr lang="en-US" sz="1200" dirty="0"/>
          </a:p>
          <a:p>
            <a:r>
              <a:rPr lang="en-US" dirty="0"/>
              <a:t>An element can have multiple attributes:</a:t>
            </a:r>
          </a:p>
          <a:p>
            <a:endParaRPr lang="en-US" sz="1600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600" b="1" dirty="0"/>
              <a:t>** </a:t>
            </a:r>
            <a:r>
              <a:rPr lang="en-US" sz="2600" dirty="0"/>
              <a:t>We use the tags, attributes, and ID’s of elements in order to find and retrieve the specific information we are interested in. </a:t>
            </a:r>
            <a:r>
              <a:rPr lang="en-US" sz="2200" b="1" dirty="0"/>
              <a:t>**</a:t>
            </a:r>
            <a:endParaRPr lang="en-US" sz="2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F26B27-25B2-44FA-93D5-96C6A5EDF841}"/>
              </a:ext>
            </a:extLst>
          </p:cNvPr>
          <p:cNvSpPr txBox="1"/>
          <p:nvPr/>
        </p:nvSpPr>
        <p:spPr>
          <a:xfrm>
            <a:off x="355231" y="4342247"/>
            <a:ext cx="8877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&lt;p class=“editor-note” id=“my id”&gt;My cat is very grumpy&lt;/p&gt;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FD902BA8-2BC7-4FB6-8C9A-696FDF9F04B7}"/>
              </a:ext>
            </a:extLst>
          </p:cNvPr>
          <p:cNvSpPr/>
          <p:nvPr/>
        </p:nvSpPr>
        <p:spPr>
          <a:xfrm rot="16200000">
            <a:off x="2711051" y="3051526"/>
            <a:ext cx="330628" cy="3835401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DB62D1-0E8D-4419-8C10-7505250AAF82}"/>
              </a:ext>
            </a:extLst>
          </p:cNvPr>
          <p:cNvSpPr txBox="1"/>
          <p:nvPr/>
        </p:nvSpPr>
        <p:spPr>
          <a:xfrm>
            <a:off x="2039053" y="5105507"/>
            <a:ext cx="2315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Two attributes</a:t>
            </a:r>
          </a:p>
        </p:txBody>
      </p:sp>
    </p:spTree>
    <p:extLst>
      <p:ext uri="{BB962C8B-B14F-4D97-AF65-F5344CB8AC3E}">
        <p14:creationId xmlns:p14="http://schemas.microsoft.com/office/powerpoint/2010/main" val="3928220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D880F-9D6A-4BD6-9F54-22FD46703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Beautiful Soup: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B0032-B767-40FA-AB4B-476B652B9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329" y="1775534"/>
            <a:ext cx="8646851" cy="4861240"/>
          </a:xfrm>
        </p:spPr>
        <p:txBody>
          <a:bodyPr>
            <a:normAutofit lnSpcReduction="10000"/>
          </a:bodyPr>
          <a:lstStyle/>
          <a:p>
            <a:pPr marL="731520" lvl="1" indent="-457200">
              <a:buFont typeface="+mj-lt"/>
              <a:buAutoNum type="arabicPeriod"/>
            </a:pPr>
            <a:r>
              <a:rPr lang="en-US" sz="2400" dirty="0"/>
              <a:t>Make </a:t>
            </a:r>
            <a:r>
              <a:rPr lang="en-US" sz="2400" b="1" dirty="0"/>
              <a:t>connection</a:t>
            </a:r>
            <a:r>
              <a:rPr lang="en-US" sz="2400" dirty="0"/>
              <a:t> to the website of interest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sz="2400" dirty="0"/>
              <a:t>All of the </a:t>
            </a:r>
            <a:r>
              <a:rPr lang="en-US" sz="2400" b="1" dirty="0"/>
              <a:t>html</a:t>
            </a:r>
            <a:r>
              <a:rPr lang="en-US" sz="2400" dirty="0"/>
              <a:t> is </a:t>
            </a:r>
            <a:r>
              <a:rPr lang="en-US" sz="2400" b="1" dirty="0"/>
              <a:t>retrieved</a:t>
            </a:r>
            <a:r>
              <a:rPr lang="en-US" sz="2400" dirty="0"/>
              <a:t> at once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sz="2400" dirty="0"/>
              <a:t>Beautiful Soup library converts the html text into a </a:t>
            </a:r>
            <a:r>
              <a:rPr lang="en-US" sz="2400" b="1" dirty="0"/>
              <a:t>Beautiful Soup object </a:t>
            </a:r>
            <a:r>
              <a:rPr lang="en-US" sz="2400" dirty="0"/>
              <a:t>(bs4)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sz="2400" b="1" dirty="0"/>
              <a:t>Extract</a:t>
            </a:r>
            <a:r>
              <a:rPr lang="en-US" sz="2400" dirty="0"/>
              <a:t> the </a:t>
            </a:r>
            <a:r>
              <a:rPr lang="en-US" sz="2400" b="1" dirty="0"/>
              <a:t>information</a:t>
            </a:r>
            <a:r>
              <a:rPr lang="en-US" sz="2400" dirty="0"/>
              <a:t> you want by parsing the html text using the </a:t>
            </a:r>
            <a:r>
              <a:rPr lang="en-US" sz="2400" b="1" dirty="0"/>
              <a:t>bs4 objects </a:t>
            </a:r>
            <a:r>
              <a:rPr lang="en-US" sz="2400" dirty="0"/>
              <a:t>and </a:t>
            </a:r>
            <a:r>
              <a:rPr lang="en-US" sz="2400" b="1" dirty="0"/>
              <a:t>methods</a:t>
            </a:r>
            <a:r>
              <a:rPr lang="en-US" sz="2400" dirty="0"/>
              <a:t>.  Commonly used ones include:</a:t>
            </a:r>
          </a:p>
          <a:p>
            <a:pPr lvl="2"/>
            <a:r>
              <a:rPr lang="en-US" sz="2000" dirty="0">
                <a:cs typeface="Courier New" panose="02070309020205020404" pitchFamily="49" charset="0"/>
              </a:rPr>
              <a:t>Objects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Tag,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NavigableString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BeautifulSoup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Comment</a:t>
            </a:r>
          </a:p>
          <a:p>
            <a:pPr lvl="2"/>
            <a:r>
              <a:rPr lang="en-US" sz="2000" dirty="0">
                <a:cs typeface="Courier New" panose="02070309020205020404" pitchFamily="49" charset="0"/>
              </a:rPr>
              <a:t>Methods:</a:t>
            </a:r>
          </a:p>
          <a:p>
            <a:pPr lvl="3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find()</a:t>
            </a:r>
            <a:r>
              <a:rPr lang="en-US" dirty="0">
                <a:cs typeface="Courier New" panose="02070309020205020404" pitchFamily="49" charset="0"/>
              </a:rPr>
              <a:t>returns the first </a:t>
            </a:r>
            <a:r>
              <a:rPr lang="en-US" b="1" dirty="0">
                <a:cs typeface="Courier New" panose="02070309020205020404" pitchFamily="49" charset="0"/>
              </a:rPr>
              <a:t>bs4 object </a:t>
            </a:r>
            <a:r>
              <a:rPr lang="en-US" dirty="0">
                <a:cs typeface="Courier New" panose="02070309020205020404" pitchFamily="49" charset="0"/>
              </a:rPr>
              <a:t>that meets the criteria</a:t>
            </a:r>
            <a:endParaRPr lang="en-US" sz="1800" dirty="0">
              <a:cs typeface="Courier New" panose="02070309020205020404" pitchFamily="49" charset="0"/>
            </a:endParaRPr>
          </a:p>
          <a:p>
            <a:pPr lvl="3"/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find_all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800" dirty="0">
                <a:cs typeface="Courier New" panose="02070309020205020404" pitchFamily="49" charset="0"/>
              </a:rPr>
              <a:t>returns a </a:t>
            </a:r>
            <a:r>
              <a:rPr lang="en-US" sz="1800" b="1" dirty="0">
                <a:cs typeface="Courier New" panose="02070309020205020404" pitchFamily="49" charset="0"/>
              </a:rPr>
              <a:t>list</a:t>
            </a:r>
            <a:r>
              <a:rPr lang="en-US" sz="1800" dirty="0">
                <a:cs typeface="Courier New" panose="02070309020205020404" pitchFamily="49" charset="0"/>
              </a:rPr>
              <a:t> of all bs4 </a:t>
            </a:r>
            <a:r>
              <a:rPr lang="en-US" sz="1800" dirty="0" err="1">
                <a:cs typeface="Courier New" panose="02070309020205020404" pitchFamily="49" charset="0"/>
              </a:rPr>
              <a:t>obj</a:t>
            </a:r>
            <a:r>
              <a:rPr lang="en-US" sz="1800" dirty="0">
                <a:cs typeface="Courier New" panose="02070309020205020404" pitchFamily="49" charset="0"/>
              </a:rPr>
              <a:t> that meet the criteria</a:t>
            </a:r>
          </a:p>
          <a:p>
            <a:pPr lvl="3"/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get_text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800" dirty="0">
                <a:cs typeface="Courier New" panose="02070309020205020404" pitchFamily="49" charset="0"/>
              </a:rPr>
              <a:t>returns just the text portion of the document or tag</a:t>
            </a:r>
          </a:p>
          <a:p>
            <a:pPr lvl="2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97219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AABAF-448E-468B-801F-9B2E2EED2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66" y="237478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Beautiful Soup Basics</a:t>
            </a:r>
            <a:br>
              <a:rPr lang="en-US" dirty="0"/>
            </a:br>
            <a:r>
              <a:rPr lang="en-US" sz="1800" dirty="0"/>
              <a:t>https://www.crummy.com/software/BeautifulSoup/bs4/doc/#get-text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91F4D-54CF-4C40-BE50-225609EF3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697" y="1542495"/>
            <a:ext cx="8859914" cy="5078027"/>
          </a:xfrm>
        </p:spPr>
        <p:txBody>
          <a:bodyPr>
            <a:normAutofit lnSpcReduction="10000"/>
          </a:bodyPr>
          <a:lstStyle/>
          <a:p>
            <a:r>
              <a:rPr lang="en-US" dirty="0">
                <a:cs typeface="Courier New" panose="02070309020205020404" pitchFamily="49" charset="0"/>
              </a:rPr>
              <a:t>Often need to interact with attributes:</a:t>
            </a:r>
          </a:p>
          <a:p>
            <a:pPr marL="457200" lvl="1" indent="0">
              <a:buNone/>
            </a:pPr>
            <a:endParaRPr lang="en-US" sz="1800" dirty="0">
              <a:cs typeface="Courier New" panose="02070309020205020404" pitchFamily="49" charset="0"/>
            </a:endParaRPr>
          </a:p>
          <a:p>
            <a:pPr lvl="1"/>
            <a:r>
              <a:rPr lang="en-US" sz="1800" dirty="0">
                <a:cs typeface="Courier New" panose="02070309020205020404" pitchFamily="49" charset="0"/>
              </a:rPr>
              <a:t>To access a Tag’s attributes, you can treat the tag like a dictionary:</a:t>
            </a: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	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&lt;b id=‘boldest’&gt;  </a:t>
            </a:r>
            <a:r>
              <a:rPr lang="en-US" sz="1600" dirty="0">
                <a:cs typeface="Courier New" panose="02070309020205020404" pitchFamily="49" charset="0"/>
              </a:rPr>
              <a:t>This ‘b’ tag has an attribute ‘id’ with a value ‘boldest’</a:t>
            </a: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	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tag[‘id’]  </a:t>
            </a:r>
            <a:r>
              <a:rPr lang="en-US" sz="1600" dirty="0">
                <a:cs typeface="Courier New" panose="02070309020205020404" pitchFamily="49" charset="0"/>
              </a:rPr>
              <a:t>This would return ‘boldest’  (treats the tag </a:t>
            </a:r>
            <a:r>
              <a:rPr lang="en-US" sz="1600" dirty="0" err="1">
                <a:cs typeface="Courier New" panose="02070309020205020404" pitchFamily="49" charset="0"/>
              </a:rPr>
              <a:t>obj</a:t>
            </a:r>
            <a:r>
              <a:rPr lang="en-US" sz="1600" dirty="0">
                <a:cs typeface="Courier New" panose="02070309020205020404" pitchFamily="49" charset="0"/>
              </a:rPr>
              <a:t> as a dictionary)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800" dirty="0"/>
              <a:t>You can add, remove and modify tag attributes: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tag[‘id’] = ‘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verybold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tag[‘another-attribute’] = 1</a:t>
            </a:r>
          </a:p>
          <a:p>
            <a:pPr marL="0" indent="0">
              <a:buNone/>
            </a:pPr>
            <a:r>
              <a:rPr lang="en-US" sz="1600" dirty="0"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endParaRPr lang="en-US" sz="16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cs typeface="Courier New" panose="02070309020205020404" pitchFamily="49" charset="0"/>
              </a:rPr>
              <a:t>Now the element would be: 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&lt;b another-attribute=‘1’ id=‘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verybold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’&gt;&lt;/b&gt;</a:t>
            </a: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083961-AC27-4188-8320-1C6EC02E0804}"/>
              </a:ext>
            </a:extLst>
          </p:cNvPr>
          <p:cNvSpPr/>
          <p:nvPr/>
        </p:nvSpPr>
        <p:spPr>
          <a:xfrm>
            <a:off x="532659" y="2169768"/>
            <a:ext cx="7823033" cy="142042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D177C9-0280-4C95-B130-319A237C06F7}"/>
              </a:ext>
            </a:extLst>
          </p:cNvPr>
          <p:cNvSpPr/>
          <p:nvPr/>
        </p:nvSpPr>
        <p:spPr>
          <a:xfrm>
            <a:off x="532660" y="3895077"/>
            <a:ext cx="7837464" cy="1420428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277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7E0B-B508-4ECD-9BCE-871EEFE7C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Learn by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5B203-7403-4B38-9697-14CD6BA66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Now, will learn through an example of web scraping NFL quarterback data…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793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174E8-2630-65DB-573A-68DBB76C3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A15A13-76CC-B4FE-30C7-6F90A5A6F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8700"/>
            <a:ext cx="9144000" cy="46150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E9F8B45-70F0-ED59-06B9-8E752D6914D1}"/>
                  </a:ext>
                </a:extLst>
              </p14:cNvPr>
              <p14:cNvContentPartPr/>
              <p14:nvPr/>
            </p14:nvContentPartPr>
            <p14:xfrm>
              <a:off x="-53620" y="3596940"/>
              <a:ext cx="5491440" cy="681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E9F8B45-70F0-ED59-06B9-8E752D6914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62260" y="3587940"/>
                <a:ext cx="5509080" cy="69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BE14913-8533-7477-062B-F0D612E5FBBA}"/>
                  </a:ext>
                </a:extLst>
              </p14:cNvPr>
              <p14:cNvContentPartPr/>
              <p14:nvPr/>
            </p14:nvContentPartPr>
            <p14:xfrm>
              <a:off x="4863980" y="2715660"/>
              <a:ext cx="1034640" cy="956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BE14913-8533-7477-062B-F0D612E5FBB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54980" y="2707020"/>
                <a:ext cx="1052280" cy="9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2F57004-B918-C6DB-C2FE-925793072865}"/>
                  </a:ext>
                </a:extLst>
              </p14:cNvPr>
              <p14:cNvContentPartPr/>
              <p14:nvPr/>
            </p14:nvContentPartPr>
            <p14:xfrm>
              <a:off x="6031820" y="1807380"/>
              <a:ext cx="414360" cy="2953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2F57004-B918-C6DB-C2FE-92579307286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23180" y="1798380"/>
                <a:ext cx="432000" cy="29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48B5D75-A81A-5FC7-AC8F-32072DFF82EC}"/>
                  </a:ext>
                </a:extLst>
              </p14:cNvPr>
              <p14:cNvContentPartPr/>
              <p14:nvPr/>
            </p14:nvContentPartPr>
            <p14:xfrm>
              <a:off x="128540" y="4427460"/>
              <a:ext cx="5294520" cy="284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48B5D75-A81A-5FC7-AC8F-32072DFF82E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9540" y="4418460"/>
                <a:ext cx="5312160" cy="30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29BC2F6B-A7AB-5175-004F-91A1CCA4B7CC}"/>
              </a:ext>
            </a:extLst>
          </p:cNvPr>
          <p:cNvGrpSpPr/>
          <p:nvPr/>
        </p:nvGrpSpPr>
        <p:grpSpPr>
          <a:xfrm>
            <a:off x="5457260" y="4591980"/>
            <a:ext cx="933840" cy="471240"/>
            <a:chOff x="5457260" y="4591980"/>
            <a:chExt cx="933840" cy="47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F509307-2040-6AEB-55F7-A09D721F3B10}"/>
                    </a:ext>
                  </a:extLst>
                </p14:cNvPr>
                <p14:cNvContentPartPr/>
                <p14:nvPr/>
              </p14:nvContentPartPr>
              <p14:xfrm>
                <a:off x="5457260" y="4591980"/>
                <a:ext cx="933840" cy="371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F509307-2040-6AEB-55F7-A09D721F3B1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448620" y="4583340"/>
                  <a:ext cx="95148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2EC6729-BB32-782C-6200-16EE19286133}"/>
                    </a:ext>
                  </a:extLst>
                </p14:cNvPr>
                <p14:cNvContentPartPr/>
                <p14:nvPr/>
              </p14:nvContentPartPr>
              <p14:xfrm>
                <a:off x="6240620" y="4858020"/>
                <a:ext cx="134640" cy="205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2EC6729-BB32-782C-6200-16EE1928613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231980" y="4849020"/>
                  <a:ext cx="152280" cy="222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894DC23-5F0D-5278-1CD6-C904FCF55D2F}"/>
              </a:ext>
            </a:extLst>
          </p:cNvPr>
          <p:cNvSpPr txBox="1"/>
          <p:nvPr/>
        </p:nvSpPr>
        <p:spPr>
          <a:xfrm>
            <a:off x="235220" y="579990"/>
            <a:ext cx="80217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the web page:                                                       its html source code:</a:t>
            </a:r>
          </a:p>
        </p:txBody>
      </p:sp>
    </p:spTree>
    <p:extLst>
      <p:ext uri="{BB962C8B-B14F-4D97-AF65-F5344CB8AC3E}">
        <p14:creationId xmlns:p14="http://schemas.microsoft.com/office/powerpoint/2010/main" val="160530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C32B6-27FA-9E21-C305-63FC685D7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174E8-2630-65DB-573A-68DBB76C3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A15A13-76CC-B4FE-30C7-6F90A5A6F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8700"/>
            <a:ext cx="9144000" cy="46150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48B5D75-A81A-5FC7-AC8F-32072DFF82EC}"/>
                  </a:ext>
                </a:extLst>
              </p14:cNvPr>
              <p14:cNvContentPartPr/>
              <p14:nvPr/>
            </p14:nvContentPartPr>
            <p14:xfrm>
              <a:off x="128540" y="4427460"/>
              <a:ext cx="5294520" cy="284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48B5D75-A81A-5FC7-AC8F-32072DFF82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540" y="4418460"/>
                <a:ext cx="5312160" cy="30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29BC2F6B-A7AB-5175-004F-91A1CCA4B7CC}"/>
              </a:ext>
            </a:extLst>
          </p:cNvPr>
          <p:cNvGrpSpPr/>
          <p:nvPr/>
        </p:nvGrpSpPr>
        <p:grpSpPr>
          <a:xfrm>
            <a:off x="5457260" y="4591980"/>
            <a:ext cx="933840" cy="471240"/>
            <a:chOff x="5457260" y="4591980"/>
            <a:chExt cx="933840" cy="47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F509307-2040-6AEB-55F7-A09D721F3B10}"/>
                    </a:ext>
                  </a:extLst>
                </p14:cNvPr>
                <p14:cNvContentPartPr/>
                <p14:nvPr/>
              </p14:nvContentPartPr>
              <p14:xfrm>
                <a:off x="5457260" y="4591980"/>
                <a:ext cx="933840" cy="371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F509307-2040-6AEB-55F7-A09D721F3B1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48257" y="4582980"/>
                  <a:ext cx="951487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2EC6729-BB32-782C-6200-16EE19286133}"/>
                    </a:ext>
                  </a:extLst>
                </p14:cNvPr>
                <p14:cNvContentPartPr/>
                <p14:nvPr/>
              </p14:nvContentPartPr>
              <p14:xfrm>
                <a:off x="6240620" y="4858020"/>
                <a:ext cx="134640" cy="205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2EC6729-BB32-782C-6200-16EE1928613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31620" y="4849036"/>
                  <a:ext cx="152280" cy="222809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0E16818-E608-1C62-B987-A53A15C2807C}"/>
                  </a:ext>
                </a:extLst>
              </p14:cNvPr>
              <p14:cNvContentPartPr/>
              <p14:nvPr/>
            </p14:nvContentPartPr>
            <p14:xfrm>
              <a:off x="2532620" y="3796740"/>
              <a:ext cx="500040" cy="523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0E16818-E608-1C62-B987-A53A15C2807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23620" y="3787734"/>
                <a:ext cx="517680" cy="5407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955B7F2-52D1-FAE5-14C8-E7F41A6F6655}"/>
                  </a:ext>
                </a:extLst>
              </p14:cNvPr>
              <p14:cNvContentPartPr/>
              <p14:nvPr/>
            </p14:nvContentPartPr>
            <p14:xfrm>
              <a:off x="3012860" y="3283380"/>
              <a:ext cx="3482640" cy="631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955B7F2-52D1-FAE5-14C8-E7F41A6F665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03860" y="3274380"/>
                <a:ext cx="3500280" cy="64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29D37A8E-D865-FEC4-9F16-58ABF3568766}"/>
              </a:ext>
            </a:extLst>
          </p:cNvPr>
          <p:cNvGrpSpPr/>
          <p:nvPr/>
        </p:nvGrpSpPr>
        <p:grpSpPr>
          <a:xfrm>
            <a:off x="4142900" y="3680820"/>
            <a:ext cx="2417040" cy="514800"/>
            <a:chOff x="4142900" y="3680820"/>
            <a:chExt cx="2417040" cy="51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840D5F8-3DC0-7422-C263-81CC3C83767B}"/>
                    </a:ext>
                  </a:extLst>
                </p14:cNvPr>
                <p14:cNvContentPartPr/>
                <p14:nvPr/>
              </p14:nvContentPartPr>
              <p14:xfrm>
                <a:off x="4142900" y="3909060"/>
                <a:ext cx="311040" cy="286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840D5F8-3DC0-7422-C263-81CC3C83767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133900" y="3900049"/>
                  <a:ext cx="328680" cy="3042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8D31903-4A3E-D4F0-1F6A-445D624F83C7}"/>
                    </a:ext>
                  </a:extLst>
                </p14:cNvPr>
                <p14:cNvContentPartPr/>
                <p14:nvPr/>
              </p14:nvContentPartPr>
              <p14:xfrm>
                <a:off x="4462580" y="3960180"/>
                <a:ext cx="191160" cy="90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8D31903-4A3E-D4F0-1F6A-445D624F83C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453580" y="3951180"/>
                  <a:ext cx="2088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81CB83D-1BE9-CFC9-E124-416C70CCB5A5}"/>
                    </a:ext>
                  </a:extLst>
                </p14:cNvPr>
                <p14:cNvContentPartPr/>
                <p14:nvPr/>
              </p14:nvContentPartPr>
              <p14:xfrm>
                <a:off x="5000420" y="3927780"/>
                <a:ext cx="71640" cy="19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81CB83D-1BE9-CFC9-E124-416C70CCB5A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991465" y="3918780"/>
                  <a:ext cx="89192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66653B7-DCFA-4922-7D4B-B83653B53DC0}"/>
                    </a:ext>
                  </a:extLst>
                </p14:cNvPr>
                <p14:cNvContentPartPr/>
                <p14:nvPr/>
              </p14:nvContentPartPr>
              <p14:xfrm>
                <a:off x="5381660" y="3789900"/>
                <a:ext cx="430200" cy="108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66653B7-DCFA-4922-7D4B-B83653B53DC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372652" y="3780900"/>
                  <a:ext cx="447855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5BB80FE-8C73-5EE9-3EF0-0987E03A341D}"/>
                    </a:ext>
                  </a:extLst>
                </p14:cNvPr>
                <p14:cNvContentPartPr/>
                <p14:nvPr/>
              </p14:nvContentPartPr>
              <p14:xfrm>
                <a:off x="5958020" y="3795660"/>
                <a:ext cx="107280" cy="18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5BB80FE-8C73-5EE9-3EF0-0987E03A341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949020" y="3786660"/>
                  <a:ext cx="1249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E2FDD49-FE53-3C53-CC58-60BBDA4D8696}"/>
                    </a:ext>
                  </a:extLst>
                </p14:cNvPr>
                <p14:cNvContentPartPr/>
                <p14:nvPr/>
              </p14:nvContentPartPr>
              <p14:xfrm>
                <a:off x="6188780" y="3749220"/>
                <a:ext cx="86400" cy="30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E2FDD49-FE53-3C53-CC58-60BBDA4D869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179817" y="3740220"/>
                  <a:ext cx="103967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8AFA033-C246-4AF8-997A-42715564DDC7}"/>
                    </a:ext>
                  </a:extLst>
                </p14:cNvPr>
                <p14:cNvContentPartPr/>
                <p14:nvPr/>
              </p14:nvContentPartPr>
              <p14:xfrm>
                <a:off x="6330980" y="3680820"/>
                <a:ext cx="228960" cy="193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8AFA033-C246-4AF8-997A-42715564DDC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321980" y="3671820"/>
                  <a:ext cx="246600" cy="210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25363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23C44-10BA-BB2E-DDCD-D62885795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Warning about Web Scraping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D5848-F23C-198A-8359-41DE9A1E3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Many web sites are “dynamically rendered”, which may cause Beautiful Soup to fail</a:t>
            </a:r>
          </a:p>
          <a:p>
            <a:r>
              <a:rPr lang="en-US" dirty="0"/>
              <a:t>In addition, web sites may change the way their pages are rendered over time</a:t>
            </a:r>
          </a:p>
          <a:p>
            <a:pPr lvl="1"/>
            <a:r>
              <a:rPr lang="en-US" dirty="0"/>
              <a:t>web scraping code that worked may later fail on the same site</a:t>
            </a:r>
          </a:p>
          <a:p>
            <a:r>
              <a:rPr lang="en-US" b="1" dirty="0"/>
              <a:t>Work-arounds include</a:t>
            </a:r>
          </a:p>
          <a:p>
            <a:pPr lvl="1"/>
            <a:r>
              <a:rPr lang="en-US" dirty="0"/>
              <a:t>experimenting with the parser and content parameters in Beautiful Soup, i.e. changing this line: </a:t>
            </a:r>
          </a:p>
          <a:p>
            <a:pPr marL="274320" lvl="1" indent="0" algn="ctr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soup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BeautifulSoup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website.content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'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html.parser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using a different Python library like Selenium, which allows you to take control of the browser through code (e.g. clicking, selecting, …)</a:t>
            </a:r>
          </a:p>
          <a:p>
            <a:pPr lvl="1"/>
            <a:r>
              <a:rPr lang="en-US" dirty="0"/>
              <a:t>using a different language altogether, such as JavaScript</a:t>
            </a:r>
          </a:p>
        </p:txBody>
      </p:sp>
    </p:spTree>
    <p:extLst>
      <p:ext uri="{BB962C8B-B14F-4D97-AF65-F5344CB8AC3E}">
        <p14:creationId xmlns:p14="http://schemas.microsoft.com/office/powerpoint/2010/main" val="1278028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Now, YOU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696" y="1632477"/>
            <a:ext cx="8824404" cy="4860397"/>
          </a:xfrm>
        </p:spPr>
        <p:txBody>
          <a:bodyPr>
            <a:normAutofit/>
          </a:bodyPr>
          <a:lstStyle/>
          <a:p>
            <a:r>
              <a:rPr lang="en-US" sz="2800" dirty="0"/>
              <a:t>Follow along with the tutorial in HW 3 Part I to scrape </a:t>
            </a:r>
            <a:r>
              <a:rPr lang="en-US" sz="2800"/>
              <a:t>weather data.</a:t>
            </a:r>
            <a:endParaRPr lang="en-US" sz="2800" dirty="0"/>
          </a:p>
          <a:p>
            <a:r>
              <a:rPr lang="en-US" sz="2800" dirty="0"/>
              <a:t>Complete this tutorial and have a working program as part of HW 3</a:t>
            </a:r>
          </a:p>
          <a:p>
            <a:r>
              <a:rPr lang="en-US" sz="2800" dirty="0"/>
              <a:t>By the end of this tutorial you should be familiar with:</a:t>
            </a:r>
          </a:p>
          <a:p>
            <a:pPr lvl="3"/>
            <a:r>
              <a:rPr lang="en-US" sz="1800" dirty="0"/>
              <a:t>Basic HTML nomenclature </a:t>
            </a:r>
          </a:p>
          <a:p>
            <a:pPr marL="1371600" lvl="3" indent="0">
              <a:buNone/>
            </a:pPr>
            <a:endParaRPr lang="en-US" sz="1800" dirty="0"/>
          </a:p>
          <a:p>
            <a:pPr lvl="3"/>
            <a:r>
              <a:rPr lang="en-US" sz="1800" dirty="0"/>
              <a:t>Basic HTML tags</a:t>
            </a:r>
          </a:p>
          <a:p>
            <a:pPr marL="1371600" lvl="3" indent="0">
              <a:buNone/>
            </a:pPr>
            <a:endParaRPr lang="en-US" sz="1800" dirty="0"/>
          </a:p>
          <a:p>
            <a:pPr lvl="3"/>
            <a:r>
              <a:rPr lang="en-US" sz="1800" dirty="0"/>
              <a:t>Basic Python code to open a web page, create a Beautiful Soup object</a:t>
            </a:r>
          </a:p>
          <a:p>
            <a:pPr lvl="3"/>
            <a:endParaRPr lang="en-US" sz="1800" dirty="0"/>
          </a:p>
          <a:p>
            <a:pPr lvl="3"/>
            <a:r>
              <a:rPr lang="en-US" sz="1800" dirty="0"/>
              <a:t>Basic commands to loop through this Beautiful Soup object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1452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1352</TotalTime>
  <Words>1482</Words>
  <Application>Microsoft Office PowerPoint</Application>
  <PresentationFormat>On-screen Show (4:3)</PresentationFormat>
  <Paragraphs>205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Courier New</vt:lpstr>
      <vt:lpstr>Roboto</vt:lpstr>
      <vt:lpstr>Clarity</vt:lpstr>
      <vt:lpstr>REMOTE CONTROL REGIS</vt:lpstr>
      <vt:lpstr>Web Scraping with Python Info Sys </vt:lpstr>
      <vt:lpstr>PowerPoint Presentation</vt:lpstr>
      <vt:lpstr>Today</vt:lpstr>
      <vt:lpstr>Data From the Internet</vt:lpstr>
      <vt:lpstr>Data From the Internet</vt:lpstr>
      <vt:lpstr>Web Scraping</vt:lpstr>
      <vt:lpstr>Web Scraping</vt:lpstr>
      <vt:lpstr>HTML – hypertext markup language</vt:lpstr>
      <vt:lpstr>HTML</vt:lpstr>
      <vt:lpstr>HTML Example 1</vt:lpstr>
      <vt:lpstr>HTML Example 2</vt:lpstr>
      <vt:lpstr>HTML</vt:lpstr>
      <vt:lpstr>HTML Basics</vt:lpstr>
      <vt:lpstr>HTML Basics https://developer.mozilla.org/en-US/docs/Learn/Getting_started_with_the_web/HTML_basics</vt:lpstr>
      <vt:lpstr>HTML</vt:lpstr>
      <vt:lpstr>Beautiful Soup: Process</vt:lpstr>
      <vt:lpstr>Beautiful Soup Basics https://www.crummy.com/software/BeautifulSoup/bs4/doc/#get-text</vt:lpstr>
      <vt:lpstr>Learn by Example:</vt:lpstr>
      <vt:lpstr>PowerPoint Presentation</vt:lpstr>
      <vt:lpstr>PowerPoint Presentation</vt:lpstr>
      <vt:lpstr>A Warning about Web Scraping</vt:lpstr>
      <vt:lpstr>Now, YOU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Scraping w/ Python</dc:title>
  <dc:creator>Meghan</dc:creator>
  <cp:lastModifiedBy>Frommer, Ian Dr. (EDU)</cp:lastModifiedBy>
  <cp:revision>59</cp:revision>
  <dcterms:created xsi:type="dcterms:W3CDTF">2017-01-12T01:25:36Z</dcterms:created>
  <dcterms:modified xsi:type="dcterms:W3CDTF">2026-09-07T15:16:44Z</dcterms:modified>
</cp:coreProperties>
</file>