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57" r:id="rId2"/>
    <p:sldId id="276" r:id="rId3"/>
    <p:sldId id="280" r:id="rId4"/>
    <p:sldId id="279" r:id="rId5"/>
    <p:sldId id="281" r:id="rId6"/>
    <p:sldId id="282" r:id="rId7"/>
    <p:sldId id="298" r:id="rId8"/>
    <p:sldId id="299" r:id="rId9"/>
    <p:sldId id="283" r:id="rId10"/>
    <p:sldId id="300" r:id="rId11"/>
    <p:sldId id="284" r:id="rId12"/>
    <p:sldId id="301" r:id="rId13"/>
    <p:sldId id="285" r:id="rId14"/>
    <p:sldId id="302" r:id="rId15"/>
    <p:sldId id="286" r:id="rId16"/>
    <p:sldId id="294" r:id="rId17"/>
    <p:sldId id="293" r:id="rId18"/>
    <p:sldId id="287" r:id="rId19"/>
    <p:sldId id="303" r:id="rId20"/>
    <p:sldId id="295" r:id="rId21"/>
    <p:sldId id="296" r:id="rId22"/>
    <p:sldId id="297" r:id="rId23"/>
    <p:sldId id="29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73FB6-4F67-42F5-87B6-1A1DD45B235B}" v="23" dt="2026-09-30T19:28:04.8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051" autoAdjust="0"/>
  </p:normalViewPr>
  <p:slideViewPr>
    <p:cSldViewPr snapToGrid="0" snapToObjects="1">
      <p:cViewPr varScale="1">
        <p:scale>
          <a:sx n="91" d="100"/>
          <a:sy n="91" d="100"/>
        </p:scale>
        <p:origin x="162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A3E8E5B1-0D91-4643-B70B-3D065C8674E0}"/>
    <pc:docChg chg="undo custSel modSld">
      <pc:chgData name="Frommer, Ian Dr. (EDU)" userId="28ca3ff0-544f-450a-928b-99e19cf49b89" providerId="ADAL" clId="{A3E8E5B1-0D91-4643-B70B-3D065C8674E0}" dt="2026-09-30T19:28:04.873" v="472"/>
      <pc:docMkLst>
        <pc:docMk/>
      </pc:docMkLst>
      <pc:sldChg chg="modSp mod">
        <pc:chgData name="Frommer, Ian Dr. (EDU)" userId="28ca3ff0-544f-450a-928b-99e19cf49b89" providerId="ADAL" clId="{A3E8E5B1-0D91-4643-B70B-3D065C8674E0}" dt="2026-09-30T16:52:18.434" v="2" actId="20577"/>
        <pc:sldMkLst>
          <pc:docMk/>
          <pc:sldMk cId="2475985088" sldId="257"/>
        </pc:sldMkLst>
        <pc:spChg chg="mod">
          <ac:chgData name="Frommer, Ian Dr. (EDU)" userId="28ca3ff0-544f-450a-928b-99e19cf49b89" providerId="ADAL" clId="{A3E8E5B1-0D91-4643-B70B-3D065C8674E0}" dt="2026-09-30T16:52:18.434" v="2" actId="20577"/>
          <ac:spMkLst>
            <pc:docMk/>
            <pc:sldMk cId="2475985088" sldId="257"/>
            <ac:spMk id="262146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30T16:53:41.279" v="29" actId="113"/>
        <pc:sldMkLst>
          <pc:docMk/>
          <pc:sldMk cId="3000901234" sldId="276"/>
        </pc:sldMkLst>
        <pc:spChg chg="mod">
          <ac:chgData name="Frommer, Ian Dr. (EDU)" userId="28ca3ff0-544f-450a-928b-99e19cf49b89" providerId="ADAL" clId="{A3E8E5B1-0D91-4643-B70B-3D065C8674E0}" dt="2026-09-30T16:53:41.279" v="29" actId="113"/>
          <ac:spMkLst>
            <pc:docMk/>
            <pc:sldMk cId="3000901234" sldId="276"/>
            <ac:spMk id="3" creationId="{00000000-0000-0000-0000-000000000000}"/>
          </ac:spMkLst>
        </pc:spChg>
      </pc:sldChg>
      <pc:sldChg chg="delSp mod">
        <pc:chgData name="Frommer, Ian Dr. (EDU)" userId="28ca3ff0-544f-450a-928b-99e19cf49b89" providerId="ADAL" clId="{A3E8E5B1-0D91-4643-B70B-3D065C8674E0}" dt="2026-09-30T17:10:20.199" v="69" actId="478"/>
        <pc:sldMkLst>
          <pc:docMk/>
          <pc:sldMk cId="3219728065" sldId="279"/>
        </pc:sldMkLst>
        <pc:spChg chg="del">
          <ac:chgData name="Frommer, Ian Dr. (EDU)" userId="28ca3ff0-544f-450a-928b-99e19cf49b89" providerId="ADAL" clId="{A3E8E5B1-0D91-4643-B70B-3D065C8674E0}" dt="2026-09-30T17:10:20.199" v="69" actId="478"/>
          <ac:spMkLst>
            <pc:docMk/>
            <pc:sldMk cId="3219728065" sldId="279"/>
            <ac:spMk id="9" creationId="{00000000-0000-0000-0000-000000000000}"/>
          </ac:spMkLst>
        </pc:spChg>
      </pc:sldChg>
      <pc:sldChg chg="delSp mod">
        <pc:chgData name="Frommer, Ian Dr. (EDU)" userId="28ca3ff0-544f-450a-928b-99e19cf49b89" providerId="ADAL" clId="{A3E8E5B1-0D91-4643-B70B-3D065C8674E0}" dt="2026-09-30T17:10:16.954" v="68" actId="478"/>
        <pc:sldMkLst>
          <pc:docMk/>
          <pc:sldMk cId="2651603233" sldId="280"/>
        </pc:sldMkLst>
        <pc:spChg chg="del">
          <ac:chgData name="Frommer, Ian Dr. (EDU)" userId="28ca3ff0-544f-450a-928b-99e19cf49b89" providerId="ADAL" clId="{A3E8E5B1-0D91-4643-B70B-3D065C8674E0}" dt="2026-09-30T17:10:16.954" v="68" actId="478"/>
          <ac:spMkLst>
            <pc:docMk/>
            <pc:sldMk cId="2651603233" sldId="280"/>
            <ac:spMk id="8" creationId="{00000000-0000-0000-0000-000000000000}"/>
          </ac:spMkLst>
        </pc:spChg>
      </pc:sldChg>
      <pc:sldChg chg="delSp modSp mod">
        <pc:chgData name="Frommer, Ian Dr. (EDU)" userId="28ca3ff0-544f-450a-928b-99e19cf49b89" providerId="ADAL" clId="{A3E8E5B1-0D91-4643-B70B-3D065C8674E0}" dt="2026-09-30T17:39:47.645" v="280" actId="2711"/>
        <pc:sldMkLst>
          <pc:docMk/>
          <pc:sldMk cId="2700027861" sldId="281"/>
        </pc:sldMkLst>
        <pc:spChg chg="mod">
          <ac:chgData name="Frommer, Ian Dr. (EDU)" userId="28ca3ff0-544f-450a-928b-99e19cf49b89" providerId="ADAL" clId="{A3E8E5B1-0D91-4643-B70B-3D065C8674E0}" dt="2026-09-30T17:39:47.645" v="280" actId="2711"/>
          <ac:spMkLst>
            <pc:docMk/>
            <pc:sldMk cId="2700027861" sldId="281"/>
            <ac:spMk id="3" creationId="{00000000-0000-0000-0000-000000000000}"/>
          </ac:spMkLst>
        </pc:spChg>
        <pc:spChg chg="del">
          <ac:chgData name="Frommer, Ian Dr. (EDU)" userId="28ca3ff0-544f-450a-928b-99e19cf49b89" providerId="ADAL" clId="{A3E8E5B1-0D91-4643-B70B-3D065C8674E0}" dt="2026-09-30T17:10:25.791" v="70" actId="478"/>
          <ac:spMkLst>
            <pc:docMk/>
            <pc:sldMk cId="2700027861" sldId="281"/>
            <ac:spMk id="7" creationId="{00000000-0000-0000-0000-000000000000}"/>
          </ac:spMkLst>
        </pc:spChg>
      </pc:sldChg>
      <pc:sldChg chg="addSp delSp modSp mod delAnim">
        <pc:chgData name="Frommer, Ian Dr. (EDU)" userId="28ca3ff0-544f-450a-928b-99e19cf49b89" providerId="ADAL" clId="{A3E8E5B1-0D91-4643-B70B-3D065C8674E0}" dt="2026-09-30T17:02:36.069" v="67" actId="1076"/>
        <pc:sldMkLst>
          <pc:docMk/>
          <pc:sldMk cId="1428932648" sldId="282"/>
        </pc:sldMkLst>
        <pc:spChg chg="del mod">
          <ac:chgData name="Frommer, Ian Dr. (EDU)" userId="28ca3ff0-544f-450a-928b-99e19cf49b89" providerId="ADAL" clId="{A3E8E5B1-0D91-4643-B70B-3D065C8674E0}" dt="2026-09-30T17:02:18.582" v="65" actId="478"/>
          <ac:spMkLst>
            <pc:docMk/>
            <pc:sldMk cId="1428932648" sldId="282"/>
            <ac:spMk id="2" creationId="{00000000-0000-0000-0000-000000000000}"/>
          </ac:spMkLst>
        </pc:spChg>
        <pc:spChg chg="del">
          <ac:chgData name="Frommer, Ian Dr. (EDU)" userId="28ca3ff0-544f-450a-928b-99e19cf49b89" providerId="ADAL" clId="{A3E8E5B1-0D91-4643-B70B-3D065C8674E0}" dt="2026-09-30T16:59:35.401" v="31" actId="478"/>
          <ac:spMkLst>
            <pc:docMk/>
            <pc:sldMk cId="1428932648" sldId="282"/>
            <ac:spMk id="9" creationId="{00000000-0000-0000-0000-000000000000}"/>
          </ac:spMkLst>
        </pc:spChg>
        <pc:spChg chg="add mod">
          <ac:chgData name="Frommer, Ian Dr. (EDU)" userId="28ca3ff0-544f-450a-928b-99e19cf49b89" providerId="ADAL" clId="{A3E8E5B1-0D91-4643-B70B-3D065C8674E0}" dt="2026-09-30T17:02:36.069" v="67" actId="1076"/>
          <ac:spMkLst>
            <pc:docMk/>
            <pc:sldMk cId="1428932648" sldId="282"/>
            <ac:spMk id="10" creationId="{697772B3-3C98-887C-46D9-C62FC382CB7A}"/>
          </ac:spMkLst>
        </pc:spChg>
        <pc:picChg chg="mod">
          <ac:chgData name="Frommer, Ian Dr. (EDU)" userId="28ca3ff0-544f-450a-928b-99e19cf49b89" providerId="ADAL" clId="{A3E8E5B1-0D91-4643-B70B-3D065C8674E0}" dt="2026-09-30T17:02:30.716" v="66" actId="1076"/>
          <ac:picMkLst>
            <pc:docMk/>
            <pc:sldMk cId="1428932648" sldId="282"/>
            <ac:picMk id="5" creationId="{00000000-0000-0000-0000-000000000000}"/>
          </ac:picMkLst>
        </pc:picChg>
        <pc:picChg chg="add mod modCrop">
          <ac:chgData name="Frommer, Ian Dr. (EDU)" userId="28ca3ff0-544f-450a-928b-99e19cf49b89" providerId="ADAL" clId="{A3E8E5B1-0D91-4643-B70B-3D065C8674E0}" dt="2026-09-30T17:01:12.332" v="43"/>
          <ac:picMkLst>
            <pc:docMk/>
            <pc:sldMk cId="1428932648" sldId="282"/>
            <ac:picMk id="6" creationId="{F3B3EBF3-E156-553E-7733-387CD5F871FB}"/>
          </ac:picMkLst>
        </pc:picChg>
        <pc:picChg chg="mod">
          <ac:chgData name="Frommer, Ian Dr. (EDU)" userId="28ca3ff0-544f-450a-928b-99e19cf49b89" providerId="ADAL" clId="{A3E8E5B1-0D91-4643-B70B-3D065C8674E0}" dt="2026-09-30T16:59:48.881" v="34" actId="1076"/>
          <ac:picMkLst>
            <pc:docMk/>
            <pc:sldMk cId="1428932648" sldId="282"/>
            <ac:picMk id="7" creationId="{00000000-0000-0000-0000-000000000000}"/>
          </ac:picMkLst>
        </pc:picChg>
      </pc:sldChg>
      <pc:sldChg chg="addSp delSp modSp mod addAnim delAnim modAnim">
        <pc:chgData name="Frommer, Ian Dr. (EDU)" userId="28ca3ff0-544f-450a-928b-99e19cf49b89" providerId="ADAL" clId="{A3E8E5B1-0D91-4643-B70B-3D065C8674E0}" dt="2026-09-30T17:41:01.101" v="300"/>
        <pc:sldMkLst>
          <pc:docMk/>
          <pc:sldMk cId="2258486292" sldId="283"/>
        </pc:sldMkLst>
        <pc:spChg chg="del">
          <ac:chgData name="Frommer, Ian Dr. (EDU)" userId="28ca3ff0-544f-450a-928b-99e19cf49b89" providerId="ADAL" clId="{A3E8E5B1-0D91-4643-B70B-3D065C8674E0}" dt="2026-09-30T17:10:36.019" v="72" actId="478"/>
          <ac:spMkLst>
            <pc:docMk/>
            <pc:sldMk cId="2258486292" sldId="283"/>
            <ac:spMk id="7" creationId="{00000000-0000-0000-0000-000000000000}"/>
          </ac:spMkLst>
        </pc:spChg>
        <pc:spChg chg="add mod">
          <ac:chgData name="Frommer, Ian Dr. (EDU)" userId="28ca3ff0-544f-450a-928b-99e19cf49b89" providerId="ADAL" clId="{A3E8E5B1-0D91-4643-B70B-3D065C8674E0}" dt="2026-09-30T17:40:31.081" v="298" actId="1076"/>
          <ac:spMkLst>
            <pc:docMk/>
            <pc:sldMk cId="2258486292" sldId="283"/>
            <ac:spMk id="12" creationId="{F38ADAA1-2FAC-9423-4C96-4E215EE121E2}"/>
          </ac:spMkLst>
        </pc:spChg>
      </pc:sldChg>
      <pc:sldChg chg="delSp mod">
        <pc:chgData name="Frommer, Ian Dr. (EDU)" userId="28ca3ff0-544f-450a-928b-99e19cf49b89" providerId="ADAL" clId="{A3E8E5B1-0D91-4643-B70B-3D065C8674E0}" dt="2026-09-30T17:10:40.139" v="73" actId="478"/>
        <pc:sldMkLst>
          <pc:docMk/>
          <pc:sldMk cId="2148017385" sldId="284"/>
        </pc:sldMkLst>
        <pc:spChg chg="del">
          <ac:chgData name="Frommer, Ian Dr. (EDU)" userId="28ca3ff0-544f-450a-928b-99e19cf49b89" providerId="ADAL" clId="{A3E8E5B1-0D91-4643-B70B-3D065C8674E0}" dt="2026-09-30T17:10:40.139" v="73" actId="478"/>
          <ac:spMkLst>
            <pc:docMk/>
            <pc:sldMk cId="2148017385" sldId="284"/>
            <ac:spMk id="7" creationId="{00000000-0000-0000-0000-000000000000}"/>
          </ac:spMkLst>
        </pc:spChg>
      </pc:sldChg>
      <pc:sldChg chg="delSp mod">
        <pc:chgData name="Frommer, Ian Dr. (EDU)" userId="28ca3ff0-544f-450a-928b-99e19cf49b89" providerId="ADAL" clId="{A3E8E5B1-0D91-4643-B70B-3D065C8674E0}" dt="2026-09-30T17:10:44.282" v="74" actId="478"/>
        <pc:sldMkLst>
          <pc:docMk/>
          <pc:sldMk cId="3331185339" sldId="285"/>
        </pc:sldMkLst>
        <pc:spChg chg="del">
          <ac:chgData name="Frommer, Ian Dr. (EDU)" userId="28ca3ff0-544f-450a-928b-99e19cf49b89" providerId="ADAL" clId="{A3E8E5B1-0D91-4643-B70B-3D065C8674E0}" dt="2026-09-30T17:10:44.282" v="74" actId="478"/>
          <ac:spMkLst>
            <pc:docMk/>
            <pc:sldMk cId="3331185339" sldId="285"/>
            <ac:spMk id="7" creationId="{00000000-0000-0000-0000-000000000000}"/>
          </ac:spMkLst>
        </pc:spChg>
      </pc:sldChg>
      <pc:sldChg chg="delSp mod">
        <pc:chgData name="Frommer, Ian Dr. (EDU)" userId="28ca3ff0-544f-450a-928b-99e19cf49b89" providerId="ADAL" clId="{A3E8E5B1-0D91-4643-B70B-3D065C8674E0}" dt="2026-09-30T17:10:48.459" v="75" actId="478"/>
        <pc:sldMkLst>
          <pc:docMk/>
          <pc:sldMk cId="662568490" sldId="286"/>
        </pc:sldMkLst>
        <pc:spChg chg="del">
          <ac:chgData name="Frommer, Ian Dr. (EDU)" userId="28ca3ff0-544f-450a-928b-99e19cf49b89" providerId="ADAL" clId="{A3E8E5B1-0D91-4643-B70B-3D065C8674E0}" dt="2026-09-30T17:10:48.459" v="75" actId="478"/>
          <ac:spMkLst>
            <pc:docMk/>
            <pc:sldMk cId="662568490" sldId="286"/>
            <ac:spMk id="7" creationId="{00000000-0000-0000-0000-000000000000}"/>
          </ac:spMkLst>
        </pc:spChg>
      </pc:sldChg>
      <pc:sldChg chg="modSp">
        <pc:chgData name="Frommer, Ian Dr. (EDU)" userId="28ca3ff0-544f-450a-928b-99e19cf49b89" providerId="ADAL" clId="{A3E8E5B1-0D91-4643-B70B-3D065C8674E0}" dt="2026-09-30T19:17:47.905" v="306" actId="2711"/>
        <pc:sldMkLst>
          <pc:docMk/>
          <pc:sldMk cId="2689272780" sldId="287"/>
        </pc:sldMkLst>
        <pc:spChg chg="mod">
          <ac:chgData name="Frommer, Ian Dr. (EDU)" userId="28ca3ff0-544f-450a-928b-99e19cf49b89" providerId="ADAL" clId="{A3E8E5B1-0D91-4643-B70B-3D065C8674E0}" dt="2026-09-30T19:17:47.905" v="306" actId="2711"/>
          <ac:spMkLst>
            <pc:docMk/>
            <pc:sldMk cId="2689272780" sldId="287"/>
            <ac:spMk id="3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30T17:39:08.415" v="279" actId="20577"/>
        <pc:sldMkLst>
          <pc:docMk/>
          <pc:sldMk cId="2356145659" sldId="293"/>
        </pc:sldMkLst>
        <pc:spChg chg="mod">
          <ac:chgData name="Frommer, Ian Dr. (EDU)" userId="28ca3ff0-544f-450a-928b-99e19cf49b89" providerId="ADAL" clId="{A3E8E5B1-0D91-4643-B70B-3D065C8674E0}" dt="2026-09-30T17:39:08.415" v="279" actId="20577"/>
          <ac:spMkLst>
            <pc:docMk/>
            <pc:sldMk cId="2356145659" sldId="293"/>
            <ac:spMk id="3" creationId="{00000000-0000-0000-0000-000000000000}"/>
          </ac:spMkLst>
        </pc:spChg>
      </pc:sldChg>
      <pc:sldChg chg="delSp modSp mod modAnim">
        <pc:chgData name="Frommer, Ian Dr. (EDU)" userId="28ca3ff0-544f-450a-928b-99e19cf49b89" providerId="ADAL" clId="{A3E8E5B1-0D91-4643-B70B-3D065C8674E0}" dt="2026-09-30T17:16:49.070" v="191"/>
        <pc:sldMkLst>
          <pc:docMk/>
          <pc:sldMk cId="950901431" sldId="294"/>
        </pc:sldMkLst>
        <pc:spChg chg="mod">
          <ac:chgData name="Frommer, Ian Dr. (EDU)" userId="28ca3ff0-544f-450a-928b-99e19cf49b89" providerId="ADAL" clId="{A3E8E5B1-0D91-4643-B70B-3D065C8674E0}" dt="2026-09-30T17:16:21.688" v="187" actId="20577"/>
          <ac:spMkLst>
            <pc:docMk/>
            <pc:sldMk cId="950901431" sldId="294"/>
            <ac:spMk id="3" creationId="{00000000-0000-0000-0000-000000000000}"/>
          </ac:spMkLst>
        </pc:spChg>
        <pc:spChg chg="del">
          <ac:chgData name="Frommer, Ian Dr. (EDU)" userId="28ca3ff0-544f-450a-928b-99e19cf49b89" providerId="ADAL" clId="{A3E8E5B1-0D91-4643-B70B-3D065C8674E0}" dt="2026-09-30T17:10:51.141" v="76" actId="478"/>
          <ac:spMkLst>
            <pc:docMk/>
            <pc:sldMk cId="950901431" sldId="294"/>
            <ac:spMk id="7" creationId="{00000000-0000-0000-0000-000000000000}"/>
          </ac:spMkLst>
        </pc:spChg>
      </pc:sldChg>
      <pc:sldChg chg="modSp mod">
        <pc:chgData name="Frommer, Ian Dr. (EDU)" userId="28ca3ff0-544f-450a-928b-99e19cf49b89" providerId="ADAL" clId="{A3E8E5B1-0D91-4643-B70B-3D065C8674E0}" dt="2026-09-30T19:24:45.949" v="463" actId="20577"/>
        <pc:sldMkLst>
          <pc:docMk/>
          <pc:sldMk cId="259362455" sldId="295"/>
        </pc:sldMkLst>
        <pc:spChg chg="mod">
          <ac:chgData name="Frommer, Ian Dr. (EDU)" userId="28ca3ff0-544f-450a-928b-99e19cf49b89" providerId="ADAL" clId="{A3E8E5B1-0D91-4643-B70B-3D065C8674E0}" dt="2026-09-30T19:24:45.949" v="463" actId="20577"/>
          <ac:spMkLst>
            <pc:docMk/>
            <pc:sldMk cId="259362455" sldId="295"/>
            <ac:spMk id="7" creationId="{00000000-0000-0000-0000-000000000000}"/>
          </ac:spMkLst>
        </pc:spChg>
      </pc:sldChg>
      <pc:sldChg chg="addSp modSp mod modAnim">
        <pc:chgData name="Frommer, Ian Dr. (EDU)" userId="28ca3ff0-544f-450a-928b-99e19cf49b89" providerId="ADAL" clId="{A3E8E5B1-0D91-4643-B70B-3D065C8674E0}" dt="2026-09-30T19:28:04.873" v="472"/>
        <pc:sldMkLst>
          <pc:docMk/>
          <pc:sldMk cId="3254501750" sldId="296"/>
        </pc:sldMkLst>
        <pc:spChg chg="add mod">
          <ac:chgData name="Frommer, Ian Dr. (EDU)" userId="28ca3ff0-544f-450a-928b-99e19cf49b89" providerId="ADAL" clId="{A3E8E5B1-0D91-4643-B70B-3D065C8674E0}" dt="2026-09-30T19:26:39.622" v="470" actId="688"/>
          <ac:spMkLst>
            <pc:docMk/>
            <pc:sldMk cId="3254501750" sldId="296"/>
            <ac:spMk id="6" creationId="{5B1A4C7C-F2DE-8E64-7EE3-E6837095DF59}"/>
          </ac:spMkLst>
        </pc:spChg>
      </pc:sldChg>
      <pc:sldChg chg="delSp mod">
        <pc:chgData name="Frommer, Ian Dr. (EDU)" userId="28ca3ff0-544f-450a-928b-99e19cf49b89" providerId="ADAL" clId="{A3E8E5B1-0D91-4643-B70B-3D065C8674E0}" dt="2026-09-30T17:11:03.769" v="77" actId="478"/>
        <pc:sldMkLst>
          <pc:docMk/>
          <pc:sldMk cId="3530859788" sldId="297"/>
        </pc:sldMkLst>
        <pc:spChg chg="del">
          <ac:chgData name="Frommer, Ian Dr. (EDU)" userId="28ca3ff0-544f-450a-928b-99e19cf49b89" providerId="ADAL" clId="{A3E8E5B1-0D91-4643-B70B-3D065C8674E0}" dt="2026-09-30T17:11:03.769" v="77" actId="478"/>
          <ac:spMkLst>
            <pc:docMk/>
            <pc:sldMk cId="3530859788" sldId="297"/>
            <ac:spMk id="10" creationId="{00000000-0000-0000-0000-000000000000}"/>
          </ac:spMkLst>
        </pc:spChg>
      </pc:sldChg>
      <pc:sldChg chg="delSp mod">
        <pc:chgData name="Frommer, Ian Dr. (EDU)" userId="28ca3ff0-544f-450a-928b-99e19cf49b89" providerId="ADAL" clId="{A3E8E5B1-0D91-4643-B70B-3D065C8674E0}" dt="2026-09-30T17:10:31.429" v="71" actId="478"/>
        <pc:sldMkLst>
          <pc:docMk/>
          <pc:sldMk cId="3653820879" sldId="299"/>
        </pc:sldMkLst>
        <pc:spChg chg="del">
          <ac:chgData name="Frommer, Ian Dr. (EDU)" userId="28ca3ff0-544f-450a-928b-99e19cf49b89" providerId="ADAL" clId="{A3E8E5B1-0D91-4643-B70B-3D065C8674E0}" dt="2026-09-30T17:10:31.429" v="71" actId="478"/>
          <ac:spMkLst>
            <pc:docMk/>
            <pc:sldMk cId="3653820879" sldId="299"/>
            <ac:spMk id="9" creationId="{00000000-0000-0000-0000-000000000000}"/>
          </ac:spMkLst>
        </pc:spChg>
      </pc:sldChg>
      <pc:sldChg chg="addSp delSp modSp mod modAnim">
        <pc:chgData name="Frommer, Ian Dr. (EDU)" userId="28ca3ff0-544f-450a-928b-99e19cf49b89" providerId="ADAL" clId="{A3E8E5B1-0D91-4643-B70B-3D065C8674E0}" dt="2026-09-30T19:24:12.785" v="456" actId="2711"/>
        <pc:sldMkLst>
          <pc:docMk/>
          <pc:sldMk cId="2264402592" sldId="303"/>
        </pc:sldMkLst>
        <pc:spChg chg="mod">
          <ac:chgData name="Frommer, Ian Dr. (EDU)" userId="28ca3ff0-544f-450a-928b-99e19cf49b89" providerId="ADAL" clId="{A3E8E5B1-0D91-4643-B70B-3D065C8674E0}" dt="2026-09-30T19:21:26.750" v="355" actId="14100"/>
          <ac:spMkLst>
            <pc:docMk/>
            <pc:sldMk cId="2264402592" sldId="303"/>
            <ac:spMk id="2" creationId="{00000000-0000-0000-0000-000000000000}"/>
          </ac:spMkLst>
        </pc:spChg>
        <pc:spChg chg="mod">
          <ac:chgData name="Frommer, Ian Dr. (EDU)" userId="28ca3ff0-544f-450a-928b-99e19cf49b89" providerId="ADAL" clId="{A3E8E5B1-0D91-4643-B70B-3D065C8674E0}" dt="2026-09-30T19:24:12.785" v="456" actId="2711"/>
          <ac:spMkLst>
            <pc:docMk/>
            <pc:sldMk cId="2264402592" sldId="303"/>
            <ac:spMk id="3" creationId="{00000000-0000-0000-0000-000000000000}"/>
          </ac:spMkLst>
        </pc:spChg>
        <pc:spChg chg="del mod">
          <ac:chgData name="Frommer, Ian Dr. (EDU)" userId="28ca3ff0-544f-450a-928b-99e19cf49b89" providerId="ADAL" clId="{A3E8E5B1-0D91-4643-B70B-3D065C8674E0}" dt="2026-09-30T19:23:33.702" v="455"/>
          <ac:spMkLst>
            <pc:docMk/>
            <pc:sldMk cId="2264402592" sldId="303"/>
            <ac:spMk id="5" creationId="{00000000-0000-0000-0000-000000000000}"/>
          </ac:spMkLst>
        </pc:spChg>
        <pc:spChg chg="add del">
          <ac:chgData name="Frommer, Ian Dr. (EDU)" userId="28ca3ff0-544f-450a-928b-99e19cf49b89" providerId="ADAL" clId="{A3E8E5B1-0D91-4643-B70B-3D065C8674E0}" dt="2026-09-30T19:21:02.642" v="352" actId="11529"/>
          <ac:spMkLst>
            <pc:docMk/>
            <pc:sldMk cId="2264402592" sldId="303"/>
            <ac:spMk id="6" creationId="{8CF48E43-4FB7-B561-9353-808E326BC4F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5B7DB-71EF-414F-9229-2DF03268179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2D455-A579-48F9-B196-4AF92D311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49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E5F19-4F90-8B48-A21B-2B05369B7F3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7557B-27E6-714E-8DF7-07E79EF31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7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12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6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“Outer Join” is R/L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61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96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85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Primary – foreign key?</a:t>
            </a:r>
            <a:r>
              <a:rPr lang="en-US" baseline="0" dirty="0"/>
              <a:t> – Customer ID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(1) not every customer in our customers table has placed an order and (2) there are a few orders for which no customer record exists in our customers table.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00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Primary – foreign key?</a:t>
            </a:r>
            <a:r>
              <a:rPr lang="en-US" baseline="0" dirty="0"/>
              <a:t> – Customer ID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(1) not every customer in our customers table has placed an order and (2) there are a few orders for which no customer record exists in our customers table.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12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[First Name], Hours</a:t>
            </a:r>
          </a:p>
          <a:p>
            <a:r>
              <a:rPr lang="en-US" dirty="0"/>
              <a:t>FROM Employee</a:t>
            </a:r>
          </a:p>
          <a:p>
            <a:r>
              <a:rPr lang="en-US" dirty="0"/>
              <a:t>INNER JOIN [Hours Worked]</a:t>
            </a:r>
          </a:p>
          <a:p>
            <a:r>
              <a:rPr lang="en-US" dirty="0"/>
              <a:t>ON Employee.[Employee ID] = [Hours Worked].[Employee ID];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7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17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43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12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18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21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cities.cityname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MIN(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users.age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cities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JOIN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users ON cities.id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users.city_id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cities.cityname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29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cities.cityname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MIN(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users.age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cities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JOIN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users ON cities.id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users.city_id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cities.cityname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885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21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cities.cityname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MIN(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users.age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cities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JOIN</a:t>
            </a: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      users ON cities.id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users.city_id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cities.cityname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77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4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1) SELECT [First Name], [Last Name], Hours</a:t>
            </a:r>
          </a:p>
          <a:p>
            <a:r>
              <a:rPr lang="en-US" sz="1100" dirty="0"/>
              <a:t>FROM Employee</a:t>
            </a:r>
          </a:p>
          <a:p>
            <a:r>
              <a:rPr lang="en-US" sz="1100" dirty="0"/>
              <a:t>INNER JOIN [Hours Worked]</a:t>
            </a:r>
          </a:p>
          <a:p>
            <a:r>
              <a:rPr lang="en-US" sz="1100" dirty="0"/>
              <a:t>ON Employee.[Employee ID] = [Hours Worked].[Employee ID];</a:t>
            </a:r>
          </a:p>
          <a:p>
            <a:endParaRPr lang="en-US" sz="1100" dirty="0"/>
          </a:p>
          <a:p>
            <a:r>
              <a:rPr lang="en-US" sz="1100" dirty="0"/>
              <a:t>2)</a:t>
            </a:r>
            <a:r>
              <a:rPr lang="en-US" sz="1100" baseline="0" dirty="0"/>
              <a:t> </a:t>
            </a:r>
            <a:r>
              <a:rPr lang="en-US" sz="1100" dirty="0"/>
              <a:t>SELECT [First Name], [Last Name], Hours</a:t>
            </a:r>
          </a:p>
          <a:p>
            <a:r>
              <a:rPr lang="en-US" sz="1100" dirty="0"/>
              <a:t>FROM Employee</a:t>
            </a:r>
          </a:p>
          <a:p>
            <a:r>
              <a:rPr lang="en-US" sz="1100" dirty="0"/>
              <a:t>INNER JOIN [Hours Worked]</a:t>
            </a:r>
          </a:p>
          <a:p>
            <a:r>
              <a:rPr lang="en-US" sz="1100" dirty="0"/>
              <a:t>ON Employee.[Employee ID] = [Hours Worked].[Employee ID]</a:t>
            </a:r>
          </a:p>
          <a:p>
            <a:r>
              <a:rPr lang="en-US" sz="1100" dirty="0"/>
              <a:t>WHERE Hours &gt; 40;</a:t>
            </a:r>
          </a:p>
          <a:p>
            <a:endParaRPr lang="en-US" sz="1100" dirty="0"/>
          </a:p>
          <a:p>
            <a:r>
              <a:rPr lang="en-US" sz="1100" dirty="0"/>
              <a:t>3)</a:t>
            </a:r>
            <a:r>
              <a:rPr lang="en-US" sz="1100" baseline="0" dirty="0"/>
              <a:t> </a:t>
            </a:r>
            <a:r>
              <a:rPr lang="en-US" sz="1100" dirty="0"/>
              <a:t>SELECT [First Name], [Last Name], Sum(Hours)</a:t>
            </a:r>
          </a:p>
          <a:p>
            <a:r>
              <a:rPr lang="en-US" sz="1100" dirty="0"/>
              <a:t>FROM Employee</a:t>
            </a:r>
          </a:p>
          <a:p>
            <a:r>
              <a:rPr lang="en-US" sz="1100" dirty="0"/>
              <a:t>INNER JOIN [Hours Worked]</a:t>
            </a:r>
          </a:p>
          <a:p>
            <a:r>
              <a:rPr lang="en-US" sz="1100" dirty="0"/>
              <a:t>ON Employee.[Employee ID] = [Hours Worked].[Employee ID]</a:t>
            </a:r>
          </a:p>
          <a:p>
            <a:r>
              <a:rPr lang="en-US" sz="1100" dirty="0"/>
              <a:t>GROUP BY [First Name], [Last Name];</a:t>
            </a:r>
          </a:p>
          <a:p>
            <a:endParaRPr lang="en-US" sz="1100" dirty="0"/>
          </a:p>
          <a:p>
            <a:r>
              <a:rPr lang="en-US" sz="1100" dirty="0"/>
              <a:t>4)</a:t>
            </a:r>
            <a:r>
              <a:rPr lang="en-US" sz="1100" baseline="0" dirty="0"/>
              <a:t> </a:t>
            </a:r>
            <a:r>
              <a:rPr lang="en-US" sz="1100" dirty="0"/>
              <a:t>SELECT [First Name], [Last Name], Sum(Hours) AS </a:t>
            </a:r>
            <a:r>
              <a:rPr lang="en-US" sz="1100" dirty="0" err="1"/>
              <a:t>TotalHrs</a:t>
            </a:r>
            <a:endParaRPr lang="en-US" sz="1100" dirty="0"/>
          </a:p>
          <a:p>
            <a:r>
              <a:rPr lang="en-US" sz="1100" dirty="0"/>
              <a:t>FROM Employee</a:t>
            </a:r>
          </a:p>
          <a:p>
            <a:r>
              <a:rPr lang="en-US" sz="1100" dirty="0"/>
              <a:t>INNER JOIN [Hours Worked]</a:t>
            </a:r>
          </a:p>
          <a:p>
            <a:r>
              <a:rPr lang="en-US" sz="1100" dirty="0"/>
              <a:t>ON Employee.[Employee ID] = [Hours Worked].[Employee ID]</a:t>
            </a:r>
          </a:p>
          <a:p>
            <a:r>
              <a:rPr lang="en-US" sz="1100" dirty="0"/>
              <a:t>GROUP BY [First Name], [Last Name]</a:t>
            </a:r>
          </a:p>
          <a:p>
            <a:r>
              <a:rPr lang="en-US" sz="1100" dirty="0"/>
              <a:t>HAVING Sum(Hours) &gt; 80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7557B-27E6-714E-8DF7-07E79EF318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3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4FEF-C2BA-405C-940A-0938B86B92B3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72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05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C-5880-40B2-BCE1-89D9874E17C0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73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E163F-9706-41DA-BEEC-9D55578F1725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19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6E7A7-AA1E-4950-A61E-48C7D28E80B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59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98C29-0FBE-4E3D-B015-97B59C0080D2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0482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93D-B61E-4215-B242-BF4C72556C47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385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F8419-802B-407E-8929-770ED3D66584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904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C94F-360B-4B6D-81AD-989F75F85BBF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63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4E860-0FF2-422C-838C-1022CDDC119C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223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744FC-BD29-453B-8F5A-0A30F90FC68A}" type="datetimeFigureOut">
              <a:rPr lang="en-US" smtClean="0">
                <a:latin typeface="Arial"/>
              </a:rPr>
              <a:pPr/>
              <a:t>9/30/2026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Fundamentals of Information Systems, Fourth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5B01C-0DE6-4A7A-B272-9B00FB4447FB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334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fld id="{201744FC-BD29-453B-8F5A-0A30F90FC68A}" type="datetimeFigureOut">
              <a:rPr lang="en-US" smtClean="0">
                <a:latin typeface="Arial"/>
              </a:rPr>
              <a:pPr defTabSz="914400"/>
              <a:t>9/30/2026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defTabSz="914400"/>
            <a:endParaRPr lang="en-US"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defTabSz="914400"/>
            <a:fld id="{A005A5E8-4213-488D-8019-D06882925F76}" type="slidenum">
              <a:rPr lang="en-US" smtClean="0">
                <a:latin typeface="Arial"/>
              </a:rPr>
              <a:pPr defTabSz="914400"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01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– </a:t>
            </a:r>
            <a:r>
              <a:rPr lang="en-US"/>
              <a:t>Part II</a:t>
            </a:r>
            <a:br>
              <a:rPr lang="en-US" dirty="0"/>
            </a:b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5759B-0520-231F-4160-40E02CB53AE2}"/>
              </a:ext>
            </a:extLst>
          </p:cNvPr>
          <p:cNvSpPr txBox="1"/>
          <p:nvPr/>
        </p:nvSpPr>
        <p:spPr>
          <a:xfrm>
            <a:off x="843566" y="393013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Joins</a:t>
            </a:r>
          </a:p>
        </p:txBody>
      </p:sp>
    </p:spTree>
    <p:extLst>
      <p:ext uri="{BB962C8B-B14F-4D97-AF65-F5344CB8AC3E}">
        <p14:creationId xmlns:p14="http://schemas.microsoft.com/office/powerpoint/2010/main" val="247598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995816"/>
          </a:xfrm>
        </p:spPr>
        <p:txBody>
          <a:bodyPr>
            <a:normAutofit/>
          </a:bodyPr>
          <a:lstStyle/>
          <a:p>
            <a:r>
              <a:rPr lang="en-US" dirty="0"/>
              <a:t>So far:  SQL statements that involve only one table</a:t>
            </a:r>
          </a:p>
          <a:p>
            <a:r>
              <a:rPr lang="en-US" b="1" dirty="0"/>
              <a:t>Joins </a:t>
            </a:r>
            <a:r>
              <a:rPr lang="en-US" dirty="0"/>
              <a:t>allow us to query from </a:t>
            </a:r>
            <a:r>
              <a:rPr lang="en-US" b="1" dirty="0"/>
              <a:t>multiple tables</a:t>
            </a:r>
          </a:p>
          <a:p>
            <a:r>
              <a:rPr lang="en-US" dirty="0"/>
              <a:t>Consider this visual representation of table A and table B, which are connected through primary and foreign keys.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187" y="3672216"/>
            <a:ext cx="4886780" cy="30093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016" y="6543029"/>
            <a:ext cx="27009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http://www.sql-join.com/sql-join-types</a:t>
            </a:r>
          </a:p>
        </p:txBody>
      </p:sp>
    </p:spTree>
    <p:extLst>
      <p:ext uri="{BB962C8B-B14F-4D97-AF65-F5344CB8AC3E}">
        <p14:creationId xmlns:p14="http://schemas.microsoft.com/office/powerpoint/2010/main" val="300090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3</a:t>
            </a:fld>
            <a:endParaRPr lang="en-US">
              <a:latin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72" y="1378083"/>
            <a:ext cx="3747018" cy="24455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949" y="1378083"/>
            <a:ext cx="3536054" cy="23560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686" y="3934934"/>
            <a:ext cx="3571104" cy="24968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0998" y="4026978"/>
            <a:ext cx="3617701" cy="240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0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Customers Table</a:t>
            </a:r>
          </a:p>
          <a:p>
            <a:pPr marL="0" indent="0" algn="ctr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4</a:t>
            </a:fld>
            <a:endParaRPr lang="en-US">
              <a:latin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46" y="1864970"/>
            <a:ext cx="8159254" cy="472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2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Orders Table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sz="2000" dirty="0"/>
              <a:t>See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presidents_join_example.accdb</a:t>
            </a:r>
          </a:p>
          <a:p>
            <a:pPr marL="0" indent="0" algn="ctr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5</a:t>
            </a:fld>
            <a:endParaRPr lang="en-US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11" y="2680579"/>
            <a:ext cx="8595996" cy="288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2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6</a:t>
            </a:fld>
            <a:endParaRPr lang="en-US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668" y="3768935"/>
            <a:ext cx="6414791" cy="21513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668" y="466485"/>
            <a:ext cx="5625328" cy="3254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B3EBF3-E156-553E-7733-387CD5F871F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b="49197"/>
          <a:stretch>
            <a:fillRect/>
          </a:stretch>
        </p:blipFill>
        <p:spPr>
          <a:xfrm>
            <a:off x="165152" y="6003195"/>
            <a:ext cx="8153786" cy="10197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7772B3-3C98-887C-46D9-C62FC382CB7A}"/>
              </a:ext>
            </a:extLst>
          </p:cNvPr>
          <p:cNvSpPr txBox="1"/>
          <p:nvPr/>
        </p:nvSpPr>
        <p:spPr>
          <a:xfrm>
            <a:off x="270255" y="844858"/>
            <a:ext cx="2788255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Suppose a query is to return (see table below):</a:t>
            </a:r>
          </a:p>
          <a:p>
            <a:pPr marL="342900" marR="0" lvl="0" indent="-342900">
              <a:lnSpc>
                <a:spcPct val="100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customer last name, </a:t>
            </a:r>
          </a:p>
          <a:p>
            <a:pPr marL="342900" marR="0" lvl="0" indent="-342900">
              <a:lnSpc>
                <a:spcPct val="100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customer first name</a:t>
            </a:r>
          </a:p>
          <a:p>
            <a:pPr marL="342900" marR="0" lvl="0" indent="-342900">
              <a:lnSpc>
                <a:spcPct val="100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order date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order amount. 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How many rows will the resulting query contain and why? </a:t>
            </a: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Think of how more than one answer could be correct while the underlying data remains unchanged.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932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510152"/>
              </p:ext>
            </p:extLst>
          </p:nvPr>
        </p:nvGraphicFramePr>
        <p:xfrm>
          <a:off x="457200" y="2951399"/>
          <a:ext cx="7391400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118211742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321489024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3603539732"/>
                    </a:ext>
                  </a:extLst>
                </a:gridCol>
                <a:gridCol w="1349734">
                  <a:extLst>
                    <a:ext uri="{9D8B030D-6E8A-4147-A177-3AD203B41FA5}">
                      <a16:colId xmlns:a16="http://schemas.microsoft.com/office/drawing/2014/main" val="763563920"/>
                    </a:ext>
                  </a:extLst>
                </a:gridCol>
                <a:gridCol w="1606826">
                  <a:extLst>
                    <a:ext uri="{9D8B030D-6E8A-4147-A177-3AD203B41FA5}">
                      <a16:colId xmlns:a16="http://schemas.microsoft.com/office/drawing/2014/main" val="1900523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Customer </a:t>
                      </a:r>
                      <a:r>
                        <a:rPr lang="en-US" b="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Order </a:t>
                      </a:r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788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4842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55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5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3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22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625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8931527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7</a:t>
            </a:fld>
            <a:endParaRPr lang="en-US">
              <a:latin typeface="Arial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Returns records for which: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value of the key joining the tables exists in both tables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126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8</a:t>
            </a:fld>
            <a:endParaRPr lang="en-US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33" y="4171121"/>
            <a:ext cx="7762358" cy="26032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78" y="182880"/>
            <a:ext cx="6609538" cy="38236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9378" y="544749"/>
            <a:ext cx="6518922" cy="1877438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7932" y="4534041"/>
            <a:ext cx="7530305" cy="1370648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eft-Right Arrow 2"/>
          <p:cNvSpPr/>
          <p:nvPr/>
        </p:nvSpPr>
        <p:spPr>
          <a:xfrm rot="2140388">
            <a:off x="394238" y="2674694"/>
            <a:ext cx="6102349" cy="4424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1755F-0914-69C8-E346-8E461A8A10FA}"/>
              </a:ext>
            </a:extLst>
          </p:cNvPr>
          <p:cNvSpPr txBox="1"/>
          <p:nvPr/>
        </p:nvSpPr>
        <p:spPr>
          <a:xfrm>
            <a:off x="6898742" y="1067969"/>
            <a:ext cx="239765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INNER JOIN–</a:t>
            </a:r>
          </a:p>
          <a:p>
            <a:r>
              <a:rPr lang="en-US" sz="2000" dirty="0"/>
              <a:t>customers table</a:t>
            </a:r>
          </a:p>
          <a:p>
            <a:r>
              <a:rPr lang="en-US" sz="2000" dirty="0"/>
              <a:t>to </a:t>
            </a:r>
          </a:p>
          <a:p>
            <a:r>
              <a:rPr lang="en-US" sz="2000" dirty="0"/>
              <a:t>orders table</a:t>
            </a:r>
          </a:p>
          <a:p>
            <a:r>
              <a:rPr lang="en-US" sz="2000" dirty="0"/>
              <a:t>ON </a:t>
            </a:r>
          </a:p>
          <a:p>
            <a:r>
              <a:rPr lang="en-US" sz="2000" dirty="0" err="1"/>
              <a:t>customer_id</a:t>
            </a:r>
            <a:r>
              <a:rPr lang="en-US" sz="2000" dirty="0"/>
              <a:t> field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3820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Join: SQL and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customers who placed an order and the details of the order they placed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order_amount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FROM Customers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INNER JOIN Orders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Customers.customer_id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Orders.customer_id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9</a:t>
            </a:fld>
            <a:endParaRPr lang="en-US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07" y="4573788"/>
            <a:ext cx="8153786" cy="20073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819" y="110957"/>
            <a:ext cx="2223403" cy="14511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09483" y="2610723"/>
            <a:ext cx="5738570" cy="1066542"/>
          </a:xfrm>
          <a:prstGeom prst="rect">
            <a:avLst/>
          </a:prstGeom>
          <a:solidFill>
            <a:srgbClr val="FFFF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116826" y="3824748"/>
            <a:ext cx="5164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*** be sure you know what’s going on here ***</a:t>
            </a:r>
          </a:p>
        </p:txBody>
      </p:sp>
      <p:sp>
        <p:nvSpPr>
          <p:cNvPr id="10" name="Bent Arrow 9"/>
          <p:cNvSpPr/>
          <p:nvPr/>
        </p:nvSpPr>
        <p:spPr>
          <a:xfrm rot="472408" flipH="1">
            <a:off x="7256525" y="3151534"/>
            <a:ext cx="627049" cy="537381"/>
          </a:xfrm>
          <a:prstGeom prst="ben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ADAA1-2FAC-9423-4C96-4E215EE121E2}"/>
              </a:ext>
            </a:extLst>
          </p:cNvPr>
          <p:cNvSpPr txBox="1"/>
          <p:nvPr/>
        </p:nvSpPr>
        <p:spPr>
          <a:xfrm>
            <a:off x="1634358" y="4183879"/>
            <a:ext cx="8507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dirty="0"/>
              <a:t>Try it out in 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presidents_join_example.accdb</a:t>
            </a:r>
          </a:p>
        </p:txBody>
      </p:sp>
    </p:spTree>
    <p:extLst>
      <p:ext uri="{BB962C8B-B14F-4D97-AF65-F5344CB8AC3E}">
        <p14:creationId xmlns:p14="http://schemas.microsoft.com/office/powerpoint/2010/main" val="225848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Returns records for which:</a:t>
            </a:r>
          </a:p>
          <a:p>
            <a:pPr lvl="1"/>
            <a:r>
              <a:rPr lang="en-US" b="1" dirty="0"/>
              <a:t>value of the key joining the tables exists in the first (aka “left”) table </a:t>
            </a:r>
          </a:p>
          <a:p>
            <a:pPr lvl="1"/>
            <a:r>
              <a:rPr lang="en-US" dirty="0"/>
              <a:t>(even if it does not exist in the second (aka “right”) table)</a:t>
            </a:r>
            <a:endParaRPr lang="en-US" b="1" dirty="0"/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F1155D54-F329-44E3-BF55-96D7550C5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6868032"/>
              </p:ext>
            </p:extLst>
          </p:nvPr>
        </p:nvGraphicFramePr>
        <p:xfrm>
          <a:off x="990600" y="3192699"/>
          <a:ext cx="7391400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118211742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321489024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3603539732"/>
                    </a:ext>
                  </a:extLst>
                </a:gridCol>
                <a:gridCol w="1349734">
                  <a:extLst>
                    <a:ext uri="{9D8B030D-6E8A-4147-A177-3AD203B41FA5}">
                      <a16:colId xmlns:a16="http://schemas.microsoft.com/office/drawing/2014/main" val="763563920"/>
                    </a:ext>
                  </a:extLst>
                </a:gridCol>
                <a:gridCol w="1606826">
                  <a:extLst>
                    <a:ext uri="{9D8B030D-6E8A-4147-A177-3AD203B41FA5}">
                      <a16:colId xmlns:a16="http://schemas.microsoft.com/office/drawing/2014/main" val="1900523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Customer </a:t>
                      </a:r>
                      <a:r>
                        <a:rPr lang="en-US" b="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Order </a:t>
                      </a:r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788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4842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55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5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3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22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625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89315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85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Join: SQL and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all customers, appended with order information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order_amount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FROM Customers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LEFT JOIN Orders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Customers.customer_id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Orders.customer_id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92" y="119296"/>
            <a:ext cx="2324594" cy="15488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552" y="3235906"/>
            <a:ext cx="6914248" cy="23354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114" y="5700995"/>
            <a:ext cx="8340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*** </a:t>
            </a:r>
            <a:r>
              <a:rPr lang="en-US" dirty="0"/>
              <a:t>Records for these customer id’s existed only in left table. </a:t>
            </a:r>
          </a:p>
          <a:p>
            <a:r>
              <a:rPr lang="en-US" dirty="0"/>
              <a:t>So no values for them exist in the right table, hence they are shown as </a:t>
            </a:r>
            <a:r>
              <a:rPr lang="en-US" b="1" dirty="0"/>
              <a:t>“NULL”</a:t>
            </a:r>
            <a:r>
              <a:rPr lang="en-US" dirty="0"/>
              <a:t>.</a:t>
            </a:r>
          </a:p>
        </p:txBody>
      </p:sp>
      <p:sp>
        <p:nvSpPr>
          <p:cNvPr id="9" name="Bent Arrow 8"/>
          <p:cNvSpPr/>
          <p:nvPr/>
        </p:nvSpPr>
        <p:spPr>
          <a:xfrm>
            <a:off x="807396" y="5038928"/>
            <a:ext cx="865761" cy="532394"/>
          </a:xfrm>
          <a:prstGeom prst="ben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01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Returns records for which:</a:t>
            </a:r>
          </a:p>
          <a:p>
            <a:pPr lvl="1"/>
            <a:r>
              <a:rPr lang="en-US" b="1" dirty="0"/>
              <a:t>value of the key joining the tables exists in the second (aka “right”) table </a:t>
            </a:r>
          </a:p>
          <a:p>
            <a:pPr lvl="1"/>
            <a:r>
              <a:rPr lang="en-US" dirty="0"/>
              <a:t>(even if it does not exist in the first (aka “left”) table)</a:t>
            </a:r>
            <a:endParaRPr lang="en-US" b="1" dirty="0"/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AFA643-CF72-E827-C03B-DA11122B7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FC6A68AF-19DF-8A5E-B7B4-A91E4ADF79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7918987"/>
              </p:ext>
            </p:extLst>
          </p:nvPr>
        </p:nvGraphicFramePr>
        <p:xfrm>
          <a:off x="762000" y="3218099"/>
          <a:ext cx="7391400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118211742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321489024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3603539732"/>
                    </a:ext>
                  </a:extLst>
                </a:gridCol>
                <a:gridCol w="1349734">
                  <a:extLst>
                    <a:ext uri="{9D8B030D-6E8A-4147-A177-3AD203B41FA5}">
                      <a16:colId xmlns:a16="http://schemas.microsoft.com/office/drawing/2014/main" val="763563920"/>
                    </a:ext>
                  </a:extLst>
                </a:gridCol>
                <a:gridCol w="1606826">
                  <a:extLst>
                    <a:ext uri="{9D8B030D-6E8A-4147-A177-3AD203B41FA5}">
                      <a16:colId xmlns:a16="http://schemas.microsoft.com/office/drawing/2014/main" val="1900523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Customer </a:t>
                      </a:r>
                      <a:r>
                        <a:rPr lang="en-US" b="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Order </a:t>
                      </a:r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788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4842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55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5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3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22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5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315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260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Join: SQL and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all orders, appended with customer information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order_amount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FROM Customers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RIGHT JOIN Orders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Customers.customer_id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Orders.customer_id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362" y="98811"/>
            <a:ext cx="2243470" cy="15685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454" y="3892772"/>
            <a:ext cx="6571091" cy="224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85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14</a:t>
            </a:fld>
            <a:endParaRPr lang="en-US">
              <a:latin typeface="Arial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Returns </a:t>
            </a:r>
            <a:r>
              <a:rPr lang="en-US" b="1" dirty="0"/>
              <a:t>all records </a:t>
            </a:r>
            <a:r>
              <a:rPr lang="en-US" dirty="0"/>
              <a:t>from both fields being joined</a:t>
            </a:r>
          </a:p>
          <a:p>
            <a:pPr lvl="1"/>
            <a:r>
              <a:rPr lang="en-US" dirty="0"/>
              <a:t>even if a value of the key joining the tables does not exist in the table</a:t>
            </a:r>
            <a:endParaRPr lang="en-US" b="1" dirty="0"/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/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FE4C0155-E5D9-41F7-ABD9-53D612F81A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1064870"/>
              </p:ext>
            </p:extLst>
          </p:nvPr>
        </p:nvGraphicFramePr>
        <p:xfrm>
          <a:off x="762000" y="2971800"/>
          <a:ext cx="7391400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118211742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321489024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3603539732"/>
                    </a:ext>
                  </a:extLst>
                </a:gridCol>
                <a:gridCol w="1349734">
                  <a:extLst>
                    <a:ext uri="{9D8B030D-6E8A-4147-A177-3AD203B41FA5}">
                      <a16:colId xmlns:a16="http://schemas.microsoft.com/office/drawing/2014/main" val="763563920"/>
                    </a:ext>
                  </a:extLst>
                </a:gridCol>
                <a:gridCol w="1606826">
                  <a:extLst>
                    <a:ext uri="{9D8B030D-6E8A-4147-A177-3AD203B41FA5}">
                      <a16:colId xmlns:a16="http://schemas.microsoft.com/office/drawing/2014/main" val="1900523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Customer </a:t>
                      </a:r>
                      <a:r>
                        <a:rPr lang="en-US" b="0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Order </a:t>
                      </a:r>
                      <a:r>
                        <a:rPr lang="en-US" dirty="0"/>
                        <a:t>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788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customer_id</a:t>
                      </a:r>
                      <a:endParaRPr lang="en-US" b="1" dirty="0"/>
                    </a:p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48421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355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54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31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225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569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315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145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Join: SQL and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of all customers and orders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order_amount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FROM Customers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FULL JOIN Orders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Customers.customer_id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Orders.customer_id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15</a:t>
            </a:fld>
            <a:endParaRPr lang="en-US">
              <a:latin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690" y="81670"/>
            <a:ext cx="2185133" cy="14525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659" y="3620071"/>
            <a:ext cx="6790681" cy="293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68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NOTE: Access SQL does not have FULL JOIN </a:t>
            </a:r>
          </a:p>
          <a:p>
            <a:r>
              <a:rPr lang="en-US" dirty="0"/>
              <a:t>To achieve a FULL JOIN in Access:</a:t>
            </a:r>
          </a:p>
          <a:p>
            <a:pPr marL="0" indent="0">
              <a:buNone/>
            </a:pPr>
            <a:r>
              <a:rPr lang="en-US" dirty="0"/>
              <a:t>     combine a LEFT JOIN and RIGHT JOIN using UNION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order amount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FROM Customers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LEFT JOIN Orders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Customers.customer_id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Orders.customer_id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UNION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order_date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order amount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FROM Customers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RIGHT JOIN Orders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Customers.customer_id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Orders.customer_id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16</a:t>
            </a:fld>
            <a:endParaRPr lang="en-US">
              <a:latin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690" y="81670"/>
            <a:ext cx="2185133" cy="145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0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7560"/>
            <a:ext cx="8229600" cy="5229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Open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Employee.accdb</a:t>
            </a:r>
            <a:r>
              <a:rPr lang="en-US" dirty="0"/>
              <a:t> file from last class and consider the following SQL statement: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*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FROM Employee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________ JOIN [Hours Worked]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ON Employee.[Employee ID] = [Hours Worked].[Employee ID];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What do you expect to happen when the blank is filled with: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FULL </a:t>
            </a:r>
            <a:r>
              <a:rPr lang="en-US" sz="1800" dirty="0">
                <a:cs typeface="Courier New" panose="02070309020205020404" pitchFamily="49" charset="0"/>
              </a:rPr>
              <a:t>(remember in Access you’ll need to do a LEFT JOIN, RIGHT 	         JOIN, and UNION to get a full join)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6145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1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Recall using Aggregate functions (e.g. MIN) and GROUP BY, we did: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Suppose we want the </a:t>
            </a:r>
            <a:r>
              <a:rPr lang="en-US" b="1" dirty="0"/>
              <a:t>city name</a:t>
            </a:r>
            <a:r>
              <a:rPr lang="en-US" dirty="0"/>
              <a:t>.  We need a </a:t>
            </a:r>
            <a:r>
              <a:rPr lang="en-US" b="1" dirty="0"/>
              <a:t>JOIN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1800" dirty="0"/>
              <a:t>	Open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cities_example.accdb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18</a:t>
            </a:fld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Joins, Aggregate, and Group By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1" y="2373476"/>
            <a:ext cx="5663026" cy="307451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5717457" y="1878176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300" y="2322530"/>
            <a:ext cx="2385399" cy="178904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51929" y="4533012"/>
            <a:ext cx="43486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MIN(age)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users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938576" y="3217054"/>
            <a:ext cx="3918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27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224" y="1607574"/>
            <a:ext cx="8229600" cy="48768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Before: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MIN(age)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users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/>
              <a:t>After: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users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INNER JOIN cities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ON cities.id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users.city_id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/>
          </a:p>
          <a:p>
            <a:r>
              <a:rPr lang="en-US" dirty="0"/>
              <a:t>This aggregates information in a column (using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dirty="0"/>
              <a:t>) and summarizes across joined tables by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en-US" dirty="0"/>
              <a:t> statement.</a:t>
            </a:r>
          </a:p>
          <a:p>
            <a:endParaRPr lang="en-US" dirty="0"/>
          </a:p>
          <a:p>
            <a:r>
              <a:rPr lang="en-US" dirty="0"/>
              <a:t>Note: to include more fields besides </a:t>
            </a:r>
            <a:r>
              <a:rPr lang="en-US" dirty="0" err="1"/>
              <a:t>city_name</a:t>
            </a:r>
            <a:r>
              <a:rPr lang="en-US" dirty="0"/>
              <a:t>, include the field name in </a:t>
            </a:r>
            <a:r>
              <a:rPr lang="en-US" u="sng" dirty="0"/>
              <a:t>both</a:t>
            </a:r>
            <a:r>
              <a:rPr lang="en-US" dirty="0"/>
              <a:t>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 BY</a:t>
            </a:r>
            <a:r>
              <a:rPr lang="en-US" dirty="0"/>
              <a:t> statements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19</a:t>
            </a:fld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Joins, Aggregate, and Group By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: Rounded Corners 1"/>
          <p:cNvSpPr/>
          <p:nvPr/>
        </p:nvSpPr>
        <p:spPr>
          <a:xfrm>
            <a:off x="1045271" y="3718627"/>
            <a:ext cx="4893074" cy="6536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Joins, Aggregate, and Group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20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6859" b="-1562"/>
          <a:stretch/>
        </p:blipFill>
        <p:spPr>
          <a:xfrm>
            <a:off x="2236762" y="1553765"/>
            <a:ext cx="4065185" cy="33963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321275" y="5183696"/>
            <a:ext cx="66232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users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INNER JOIN cities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ON cities.id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users.city_id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627" y="4804066"/>
            <a:ext cx="3165804" cy="2035646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3359176">
            <a:off x="5975924" y="3584191"/>
            <a:ext cx="2234371" cy="564234"/>
          </a:xfrm>
          <a:prstGeom prst="rightArrow">
            <a:avLst/>
          </a:prstGeom>
          <a:solidFill>
            <a:srgbClr val="CC00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312151" y="6654520"/>
            <a:ext cx="501684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https://academy.vertabelo.com/blog/beginners-guide-sql-aggregate-functions/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8D0C7B-0429-B472-18BD-7250C2451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13" y="1705966"/>
            <a:ext cx="1867161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2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 similar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/>
              <a:t> statement, which filters by row;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dirty="0"/>
              <a:t> statement filters by group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cities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INNER JOIN users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ON cities.id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users.city_id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cities.city_name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HAVING MIN(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&lt; 20;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21</a:t>
            </a:fld>
            <a:endParaRPr lang="en-US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Joins, Aggregate, and Group By</a:t>
            </a:r>
            <a:br>
              <a:rPr lang="en-US" dirty="0"/>
            </a:br>
            <a:r>
              <a:rPr lang="en-US" sz="3100" dirty="0">
                <a:solidFill>
                  <a:srgbClr val="D2533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10738" y="3244334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dirty="0"/>
          </a:p>
        </p:txBody>
      </p:sp>
      <p:sp>
        <p:nvSpPr>
          <p:cNvPr id="6" name="Right Arrow 8">
            <a:extLst>
              <a:ext uri="{FF2B5EF4-FFF2-40B4-BE49-F238E27FC236}">
                <a16:creationId xmlns:a16="http://schemas.microsoft.com/office/drawing/2014/main" id="{5B1A4C7C-F2DE-8E64-7EE3-E6837095DF59}"/>
              </a:ext>
            </a:extLst>
          </p:cNvPr>
          <p:cNvSpPr/>
          <p:nvPr/>
        </p:nvSpPr>
        <p:spPr>
          <a:xfrm rot="20163519">
            <a:off x="619819" y="5278327"/>
            <a:ext cx="800127" cy="564234"/>
          </a:xfrm>
          <a:prstGeom prst="rightArrow">
            <a:avLst/>
          </a:prstGeom>
          <a:solidFill>
            <a:srgbClr val="CC00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0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Joins, Aggregate, and Group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22</a:t>
            </a:fld>
            <a:endParaRPr lang="en-US"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6859" b="-1562"/>
          <a:stretch/>
        </p:blipFill>
        <p:spPr>
          <a:xfrm>
            <a:off x="2115672" y="1524000"/>
            <a:ext cx="4065185" cy="33963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-321275" y="4901453"/>
            <a:ext cx="66232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MIN(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cities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INNER JOIN users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ON cities.id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users.city_id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cityname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users.age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HAVING MIN(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users.age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&lt; 20;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b="26592"/>
          <a:stretch/>
        </p:blipFill>
        <p:spPr>
          <a:xfrm>
            <a:off x="5622552" y="4745832"/>
            <a:ext cx="3165804" cy="1494330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 rot="3359176">
            <a:off x="5703388" y="3340520"/>
            <a:ext cx="2234371" cy="564234"/>
          </a:xfrm>
          <a:prstGeom prst="rightArrow">
            <a:avLst/>
          </a:prstGeom>
          <a:solidFill>
            <a:srgbClr val="CC009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05D0DE-9D53-96B4-F54F-D1659D196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13" y="1705966"/>
            <a:ext cx="1867161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859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 SQL statement that: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Returns the first and last name of employees, and the hours worked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Returns the first and last name of employees, and the hours worked, </a:t>
            </a:r>
            <a:r>
              <a:rPr lang="en-US" i="1" dirty="0"/>
              <a:t>if they worked &gt; 40 hours (in any week)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Returns the first and last name of employees, and the </a:t>
            </a:r>
            <a:r>
              <a:rPr lang="en-US" i="1" dirty="0"/>
              <a:t>total</a:t>
            </a:r>
            <a:r>
              <a:rPr lang="en-US" dirty="0"/>
              <a:t> hours worked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Returns the first and last name of employees, and the </a:t>
            </a:r>
            <a:r>
              <a:rPr lang="en-US" i="1" dirty="0"/>
              <a:t>total</a:t>
            </a:r>
            <a:r>
              <a:rPr lang="en-US" dirty="0"/>
              <a:t> hours worked, </a:t>
            </a:r>
            <a:r>
              <a:rPr lang="en-US" i="1" dirty="0"/>
              <a:t>if they worked &gt; 80 total hours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5EAD5-4C19-43E8-92AC-D4AD00C5745A}" type="slidenum">
              <a:rPr lang="en-US" smtClean="0">
                <a:latin typeface="Arial"/>
              </a:rPr>
              <a:pPr/>
              <a:t>23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8514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3099</TotalTime>
  <Words>1697</Words>
  <Application>Microsoft Office PowerPoint</Application>
  <PresentationFormat>On-screen Show (4:3)</PresentationFormat>
  <Paragraphs>333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Courier New</vt:lpstr>
      <vt:lpstr>Clarity</vt:lpstr>
      <vt:lpstr>SQL – Part II </vt:lpstr>
      <vt:lpstr>Joins</vt:lpstr>
      <vt:lpstr>Joins</vt:lpstr>
      <vt:lpstr>Joins</vt:lpstr>
      <vt:lpstr>Joins</vt:lpstr>
      <vt:lpstr>PowerPoint Presentation</vt:lpstr>
      <vt:lpstr>Inner Join</vt:lpstr>
      <vt:lpstr>PowerPoint Presentation</vt:lpstr>
      <vt:lpstr>Inner Join: SQL and Result</vt:lpstr>
      <vt:lpstr>Left Join</vt:lpstr>
      <vt:lpstr>Left Join: SQL and Result</vt:lpstr>
      <vt:lpstr>Right Join</vt:lpstr>
      <vt:lpstr>Right Join: SQL and Result</vt:lpstr>
      <vt:lpstr>Full Join</vt:lpstr>
      <vt:lpstr>Full Join: SQL and Result</vt:lpstr>
      <vt:lpstr>Full Join</vt:lpstr>
      <vt:lpstr>You Try</vt:lpstr>
      <vt:lpstr>Joins, Aggregate, and Group By</vt:lpstr>
      <vt:lpstr>Joins, Aggregate, and Group By</vt:lpstr>
      <vt:lpstr>Joins, Aggregate, and Group By</vt:lpstr>
      <vt:lpstr>Joins, Aggregate, and Group By HAVING</vt:lpstr>
      <vt:lpstr>Joins, Aggregate, and Group By</vt:lpstr>
      <vt:lpstr>You 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Dana Tomc</dc:creator>
  <cp:lastModifiedBy>Frommer, Ian Dr. (EDU)</cp:lastModifiedBy>
  <cp:revision>94</cp:revision>
  <cp:lastPrinted>2019-02-21T13:50:14Z</cp:lastPrinted>
  <dcterms:created xsi:type="dcterms:W3CDTF">2018-02-19T17:56:15Z</dcterms:created>
  <dcterms:modified xsi:type="dcterms:W3CDTF">2026-09-30T19:28:13Z</dcterms:modified>
</cp:coreProperties>
</file>